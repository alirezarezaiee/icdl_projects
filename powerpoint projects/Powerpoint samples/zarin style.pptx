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8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9A0272F-8F8B-4689-A024-91988E7E69D0}">
          <p14:sldIdLst>
            <p14:sldId id="256"/>
            <p14:sldId id="263"/>
            <p14:sldId id="258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33"/>
    <a:srgbClr val="FFFF66"/>
    <a:srgbClr val="D86ECC"/>
    <a:srgbClr val="8ED973"/>
    <a:srgbClr val="6DD395"/>
    <a:srgbClr val="46B1E1"/>
    <a:srgbClr val="92E692"/>
    <a:srgbClr val="54D454"/>
    <a:srgbClr val="F20000"/>
    <a:srgbClr val="FF69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78" autoAdjust="0"/>
    <p:restoredTop sz="94660"/>
  </p:normalViewPr>
  <p:slideViewPr>
    <p:cSldViewPr snapToGrid="0">
      <p:cViewPr varScale="1">
        <p:scale>
          <a:sx n="73" d="100"/>
          <a:sy n="73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F2B7B92-A8E0-4436-A4CE-F8FF49041900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6D3ED82-0FF4-419C-8B98-767D58A217F6}">
      <dgm:prSet phldrT="[Text]" phldr="0"/>
      <dgm:spPr>
        <a:solidFill>
          <a:srgbClr val="00B050">
            <a:alpha val="50000"/>
          </a:srgbClr>
        </a:solidFill>
        <a:ln>
          <a:noFill/>
        </a:ln>
      </dgm:spPr>
      <dgm:t>
        <a:bodyPr/>
        <a:lstStyle/>
        <a:p>
          <a:r>
            <a:rPr lang="en-US" dirty="0"/>
            <a:t>TAM</a:t>
          </a:r>
        </a:p>
      </dgm:t>
    </dgm:pt>
    <dgm:pt modelId="{87D64BB6-3970-4D87-B361-15D1AEB20922}" type="parTrans" cxnId="{6C5478EC-23EA-4138-8104-3DD3F8E7786E}">
      <dgm:prSet/>
      <dgm:spPr/>
      <dgm:t>
        <a:bodyPr/>
        <a:lstStyle/>
        <a:p>
          <a:endParaRPr lang="en-US"/>
        </a:p>
      </dgm:t>
    </dgm:pt>
    <dgm:pt modelId="{764C7C93-71D8-4FBC-892B-CC2F290B7719}" type="sibTrans" cxnId="{6C5478EC-23EA-4138-8104-3DD3F8E7786E}">
      <dgm:prSet/>
      <dgm:spPr/>
      <dgm:t>
        <a:bodyPr/>
        <a:lstStyle/>
        <a:p>
          <a:endParaRPr lang="en-US"/>
        </a:p>
      </dgm:t>
    </dgm:pt>
    <dgm:pt modelId="{CAD39E5E-26B7-454D-9774-BA5A9F154492}">
      <dgm:prSet phldrT="[Text]" phldr="0"/>
      <dgm:spPr>
        <a:solidFill>
          <a:srgbClr val="7030A0">
            <a:alpha val="53000"/>
          </a:srgbClr>
        </a:solidFill>
        <a:ln>
          <a:noFill/>
        </a:ln>
      </dgm:spPr>
      <dgm:t>
        <a:bodyPr/>
        <a:lstStyle/>
        <a:p>
          <a:r>
            <a:rPr lang="en-US" dirty="0"/>
            <a:t>SOM</a:t>
          </a:r>
        </a:p>
      </dgm:t>
    </dgm:pt>
    <dgm:pt modelId="{383A47B3-ED3C-46E3-B3B6-783AAF75AA89}" type="parTrans" cxnId="{46A7AE05-3ED9-48B5-A746-DAB2EACF9684}">
      <dgm:prSet/>
      <dgm:spPr/>
      <dgm:t>
        <a:bodyPr/>
        <a:lstStyle/>
        <a:p>
          <a:endParaRPr lang="en-US"/>
        </a:p>
      </dgm:t>
    </dgm:pt>
    <dgm:pt modelId="{A0BF0753-8873-45C2-BAC1-0173A7AA270B}" type="sibTrans" cxnId="{46A7AE05-3ED9-48B5-A746-DAB2EACF9684}">
      <dgm:prSet/>
      <dgm:spPr/>
      <dgm:t>
        <a:bodyPr/>
        <a:lstStyle/>
        <a:p>
          <a:endParaRPr lang="en-US"/>
        </a:p>
      </dgm:t>
    </dgm:pt>
    <dgm:pt modelId="{C3CFBB2C-80F2-44A7-9B56-1EA2C94A3D2B}">
      <dgm:prSet phldrT="[Text]" phldr="0"/>
      <dgm:spPr>
        <a:solidFill>
          <a:srgbClr val="00B0F0">
            <a:alpha val="50000"/>
          </a:srgbClr>
        </a:solidFill>
        <a:ln>
          <a:noFill/>
        </a:ln>
      </dgm:spPr>
      <dgm:t>
        <a:bodyPr/>
        <a:lstStyle/>
        <a:p>
          <a:r>
            <a:rPr lang="en-US" dirty="0"/>
            <a:t>SAM</a:t>
          </a:r>
        </a:p>
      </dgm:t>
    </dgm:pt>
    <dgm:pt modelId="{03D14F3A-F349-4952-85F4-21B84CE3E2DB}" type="parTrans" cxnId="{F9C6BFCD-F2AA-4684-85EB-CCE3DF2ACDC7}">
      <dgm:prSet/>
      <dgm:spPr/>
      <dgm:t>
        <a:bodyPr/>
        <a:lstStyle/>
        <a:p>
          <a:endParaRPr lang="en-US"/>
        </a:p>
      </dgm:t>
    </dgm:pt>
    <dgm:pt modelId="{B86D0BB0-E6BF-4EBC-9049-7506CA7D3F8F}" type="sibTrans" cxnId="{F9C6BFCD-F2AA-4684-85EB-CCE3DF2ACDC7}">
      <dgm:prSet/>
      <dgm:spPr/>
      <dgm:t>
        <a:bodyPr/>
        <a:lstStyle/>
        <a:p>
          <a:endParaRPr lang="en-US"/>
        </a:p>
      </dgm:t>
    </dgm:pt>
    <dgm:pt modelId="{05546ED3-3DAA-450D-A9E9-0BC19C724C4D}" type="pres">
      <dgm:prSet presAssocID="{EF2B7B92-A8E0-4436-A4CE-F8FF49041900}" presName="compositeShape" presStyleCnt="0">
        <dgm:presLayoutVars>
          <dgm:chMax val="7"/>
          <dgm:dir/>
          <dgm:resizeHandles val="exact"/>
        </dgm:presLayoutVars>
      </dgm:prSet>
      <dgm:spPr/>
    </dgm:pt>
    <dgm:pt modelId="{7D929FDB-6794-4E18-B4D3-3E85F1E8AA0E}" type="pres">
      <dgm:prSet presAssocID="{F6D3ED82-0FF4-419C-8B98-767D58A217F6}" presName="circ1" presStyleLbl="vennNode1" presStyleIdx="0" presStyleCnt="3"/>
      <dgm:spPr/>
    </dgm:pt>
    <dgm:pt modelId="{3EF4C78A-088B-4D32-BA7E-AD1FBE0C3508}" type="pres">
      <dgm:prSet presAssocID="{F6D3ED82-0FF4-419C-8B98-767D58A217F6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E19BD460-70FF-47B5-8F38-017D25B870CE}" type="pres">
      <dgm:prSet presAssocID="{CAD39E5E-26B7-454D-9774-BA5A9F154492}" presName="circ2" presStyleLbl="vennNode1" presStyleIdx="1" presStyleCnt="3"/>
      <dgm:spPr/>
    </dgm:pt>
    <dgm:pt modelId="{58A66310-BF82-4479-B956-3951D53FC291}" type="pres">
      <dgm:prSet presAssocID="{CAD39E5E-26B7-454D-9774-BA5A9F154492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5073B3C-F2DD-44A3-968C-8EE631DFAB6C}" type="pres">
      <dgm:prSet presAssocID="{C3CFBB2C-80F2-44A7-9B56-1EA2C94A3D2B}" presName="circ3" presStyleLbl="vennNode1" presStyleIdx="2" presStyleCnt="3"/>
      <dgm:spPr/>
    </dgm:pt>
    <dgm:pt modelId="{81295A7C-8FA4-4723-A59F-3F10DB87BDDD}" type="pres">
      <dgm:prSet presAssocID="{C3CFBB2C-80F2-44A7-9B56-1EA2C94A3D2B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D3965703-0D4F-4EB8-89ED-EED809CEE975}" type="presOf" srcId="{F6D3ED82-0FF4-419C-8B98-767D58A217F6}" destId="{3EF4C78A-088B-4D32-BA7E-AD1FBE0C3508}" srcOrd="1" destOrd="0" presId="urn:microsoft.com/office/officeart/2005/8/layout/venn1"/>
    <dgm:cxn modelId="{46A7AE05-3ED9-48B5-A746-DAB2EACF9684}" srcId="{EF2B7B92-A8E0-4436-A4CE-F8FF49041900}" destId="{CAD39E5E-26B7-454D-9774-BA5A9F154492}" srcOrd="1" destOrd="0" parTransId="{383A47B3-ED3C-46E3-B3B6-783AAF75AA89}" sibTransId="{A0BF0753-8873-45C2-BAC1-0173A7AA270B}"/>
    <dgm:cxn modelId="{E9F0DA5D-8B3B-45BD-ADAF-11460669CA3D}" type="presOf" srcId="{C3CFBB2C-80F2-44A7-9B56-1EA2C94A3D2B}" destId="{45073B3C-F2DD-44A3-968C-8EE631DFAB6C}" srcOrd="0" destOrd="0" presId="urn:microsoft.com/office/officeart/2005/8/layout/venn1"/>
    <dgm:cxn modelId="{44883E80-7244-49C4-938D-8EFC05082EB9}" type="presOf" srcId="{F6D3ED82-0FF4-419C-8B98-767D58A217F6}" destId="{7D929FDB-6794-4E18-B4D3-3E85F1E8AA0E}" srcOrd="0" destOrd="0" presId="urn:microsoft.com/office/officeart/2005/8/layout/venn1"/>
    <dgm:cxn modelId="{F9C6BFCD-F2AA-4684-85EB-CCE3DF2ACDC7}" srcId="{EF2B7B92-A8E0-4436-A4CE-F8FF49041900}" destId="{C3CFBB2C-80F2-44A7-9B56-1EA2C94A3D2B}" srcOrd="2" destOrd="0" parTransId="{03D14F3A-F349-4952-85F4-21B84CE3E2DB}" sibTransId="{B86D0BB0-E6BF-4EBC-9049-7506CA7D3F8F}"/>
    <dgm:cxn modelId="{9190E4D4-EBEB-48F4-BDEA-9991704C2F84}" type="presOf" srcId="{CAD39E5E-26B7-454D-9774-BA5A9F154492}" destId="{58A66310-BF82-4479-B956-3951D53FC291}" srcOrd="1" destOrd="0" presId="urn:microsoft.com/office/officeart/2005/8/layout/venn1"/>
    <dgm:cxn modelId="{32DCA3E9-8AA9-4540-BFA2-AD3682F9E7AF}" type="presOf" srcId="{EF2B7B92-A8E0-4436-A4CE-F8FF49041900}" destId="{05546ED3-3DAA-450D-A9E9-0BC19C724C4D}" srcOrd="0" destOrd="0" presId="urn:microsoft.com/office/officeart/2005/8/layout/venn1"/>
    <dgm:cxn modelId="{6C5478EC-23EA-4138-8104-3DD3F8E7786E}" srcId="{EF2B7B92-A8E0-4436-A4CE-F8FF49041900}" destId="{F6D3ED82-0FF4-419C-8B98-767D58A217F6}" srcOrd="0" destOrd="0" parTransId="{87D64BB6-3970-4D87-B361-15D1AEB20922}" sibTransId="{764C7C93-71D8-4FBC-892B-CC2F290B7719}"/>
    <dgm:cxn modelId="{D45CCAF4-740B-4C36-987E-C7FAF1A385F0}" type="presOf" srcId="{C3CFBB2C-80F2-44A7-9B56-1EA2C94A3D2B}" destId="{81295A7C-8FA4-4723-A59F-3F10DB87BDDD}" srcOrd="1" destOrd="0" presId="urn:microsoft.com/office/officeart/2005/8/layout/venn1"/>
    <dgm:cxn modelId="{1C83F9F5-94EC-480E-896E-F5474EA36033}" type="presOf" srcId="{CAD39E5E-26B7-454D-9774-BA5A9F154492}" destId="{E19BD460-70FF-47B5-8F38-017D25B870CE}" srcOrd="0" destOrd="0" presId="urn:microsoft.com/office/officeart/2005/8/layout/venn1"/>
    <dgm:cxn modelId="{CB4C0015-3939-4227-99BE-8EFA9BE421AC}" type="presParOf" srcId="{05546ED3-3DAA-450D-A9E9-0BC19C724C4D}" destId="{7D929FDB-6794-4E18-B4D3-3E85F1E8AA0E}" srcOrd="0" destOrd="0" presId="urn:microsoft.com/office/officeart/2005/8/layout/venn1"/>
    <dgm:cxn modelId="{AE714EE0-3C54-47EC-902F-DC8461552073}" type="presParOf" srcId="{05546ED3-3DAA-450D-A9E9-0BC19C724C4D}" destId="{3EF4C78A-088B-4D32-BA7E-AD1FBE0C3508}" srcOrd="1" destOrd="0" presId="urn:microsoft.com/office/officeart/2005/8/layout/venn1"/>
    <dgm:cxn modelId="{67F62DE1-7319-4988-8A93-FC6E9C2BF023}" type="presParOf" srcId="{05546ED3-3DAA-450D-A9E9-0BC19C724C4D}" destId="{E19BD460-70FF-47B5-8F38-017D25B870CE}" srcOrd="2" destOrd="0" presId="urn:microsoft.com/office/officeart/2005/8/layout/venn1"/>
    <dgm:cxn modelId="{F96E200F-80F4-404F-ADAD-CA8201ABA8EC}" type="presParOf" srcId="{05546ED3-3DAA-450D-A9E9-0BC19C724C4D}" destId="{58A66310-BF82-4479-B956-3951D53FC291}" srcOrd="3" destOrd="0" presId="urn:microsoft.com/office/officeart/2005/8/layout/venn1"/>
    <dgm:cxn modelId="{6A564899-14AC-4A80-ABCD-EC1784B68B88}" type="presParOf" srcId="{05546ED3-3DAA-450D-A9E9-0BC19C724C4D}" destId="{45073B3C-F2DD-44A3-968C-8EE631DFAB6C}" srcOrd="4" destOrd="0" presId="urn:microsoft.com/office/officeart/2005/8/layout/venn1"/>
    <dgm:cxn modelId="{6A684841-443F-4300-A674-8064A5EE65FF}" type="presParOf" srcId="{05546ED3-3DAA-450D-A9E9-0BC19C724C4D}" destId="{81295A7C-8FA4-4723-A59F-3F10DB87BDDD}" srcOrd="5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929FDB-6794-4E18-B4D3-3E85F1E8AA0E}">
      <dsp:nvSpPr>
        <dsp:cNvPr id="0" name=""/>
        <dsp:cNvSpPr/>
      </dsp:nvSpPr>
      <dsp:spPr>
        <a:xfrm>
          <a:off x="1230099" y="38315"/>
          <a:ext cx="1839153" cy="1839153"/>
        </a:xfrm>
        <a:prstGeom prst="ellipse">
          <a:avLst/>
        </a:prstGeom>
        <a:solidFill>
          <a:srgbClr val="00B050">
            <a:alpha val="50000"/>
          </a:srgb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 dirty="0"/>
            <a:t>TAM</a:t>
          </a:r>
        </a:p>
      </dsp:txBody>
      <dsp:txXfrm>
        <a:off x="1475319" y="360167"/>
        <a:ext cx="1348712" cy="827618"/>
      </dsp:txXfrm>
    </dsp:sp>
    <dsp:sp modelId="{E19BD460-70FF-47B5-8F38-017D25B870CE}">
      <dsp:nvSpPr>
        <dsp:cNvPr id="0" name=""/>
        <dsp:cNvSpPr/>
      </dsp:nvSpPr>
      <dsp:spPr>
        <a:xfrm>
          <a:off x="1893727" y="1187786"/>
          <a:ext cx="1839153" cy="1839153"/>
        </a:xfrm>
        <a:prstGeom prst="ellipse">
          <a:avLst/>
        </a:prstGeom>
        <a:solidFill>
          <a:srgbClr val="7030A0">
            <a:alpha val="53000"/>
          </a:srgb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 dirty="0"/>
            <a:t>SOM</a:t>
          </a:r>
        </a:p>
      </dsp:txBody>
      <dsp:txXfrm>
        <a:off x="2456201" y="1662900"/>
        <a:ext cx="1103491" cy="1011534"/>
      </dsp:txXfrm>
    </dsp:sp>
    <dsp:sp modelId="{45073B3C-F2DD-44A3-968C-8EE631DFAB6C}">
      <dsp:nvSpPr>
        <dsp:cNvPr id="0" name=""/>
        <dsp:cNvSpPr/>
      </dsp:nvSpPr>
      <dsp:spPr>
        <a:xfrm>
          <a:off x="566471" y="1187786"/>
          <a:ext cx="1839153" cy="1839153"/>
        </a:xfrm>
        <a:prstGeom prst="ellipse">
          <a:avLst/>
        </a:prstGeom>
        <a:solidFill>
          <a:srgbClr val="00B0F0">
            <a:alpha val="50000"/>
          </a:srgb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 dirty="0"/>
            <a:t>SAM</a:t>
          </a:r>
        </a:p>
      </dsp:txBody>
      <dsp:txXfrm>
        <a:off x="739658" y="1662900"/>
        <a:ext cx="1103491" cy="10115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CD6D-2B9F-4F5C-F14D-092C597D50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69158C-3FC8-F578-A4A7-FCEC238BC2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9E3662-1E93-27B8-9C37-B4328415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0A640-4AB8-4A9A-9A33-46793250C120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F5BE79-2725-F0E5-D5EC-B7E704FDB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7FA0E-047B-5048-5B6B-F40582672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6396A-628D-4E39-BD27-9924F92C9F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214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FD225-C23B-5592-BC45-418B59486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94CBCC-7C9A-73F2-02D5-049974C7F3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B7F0D-37AA-A42A-AD60-5D496CEAF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0A640-4AB8-4A9A-9A33-46793250C120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9C5E9A-BCAC-D531-745B-FA15E80CE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8E70CD-DCE8-C803-C25A-01C952833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6396A-628D-4E39-BD27-9924F92C9F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522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85024-772A-963F-089F-D0BA230F9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C9094A-39B6-1B32-C0FF-8E769B2FAF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67C4FF-D6DA-A7B1-1B3B-E4E236CA0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0A640-4AB8-4A9A-9A33-46793250C120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E8EF1-80DC-C828-3721-FBA68B46F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617D61-6FB5-A85B-C631-2711D39F2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6396A-628D-4E39-BD27-9924F92C9F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70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3E86E-B430-315E-519C-8E01285EA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CBF23A-E6E4-8F88-9ADE-144E1CBA48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21BBDF-AA93-55CC-BB3D-48BB8B37C5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868B59-D968-6FAF-F23B-0BD6A5E40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0A640-4AB8-4A9A-9A33-46793250C120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2C263C-DB0E-D347-58A6-C2354552D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2FC40E-0411-95EA-735A-F43013F2F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6396A-628D-4E39-BD27-9924F92C9F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946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DFC4D-4228-E6BF-03AE-D5705FA2E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319C60-2A67-1DAA-3BE9-A16D30D041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1E7DDD-E03B-EA49-BFE9-2FF5A65758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B1A3F0-7C0A-AEB8-1EE8-37C30EE8B0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3A801B-FEE5-1E80-9E60-06CC76FEFD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3A68B1-F852-EBD3-326E-EBEA7DFE3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0A640-4AB8-4A9A-9A33-46793250C120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2EC2EF-3990-A4E8-56A4-E45494B1E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ECB934-C97D-7928-D52B-ADD947053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6396A-628D-4E39-BD27-9924F92C9F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759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9B9BA-4C23-82B3-5E68-9696F334B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8CACCC-441D-F7F6-87B4-C86552EE9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0A640-4AB8-4A9A-9A33-46793250C120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6B0B28-EC3F-012C-3920-6D8760A52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65177B-7FBA-509D-A9D0-437619066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6396A-628D-4E39-BD27-9924F92C9F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602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7D1EC7-CF84-BA36-D9AD-03F44D31A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0A640-4AB8-4A9A-9A33-46793250C120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6D29F2-7149-3251-CE9D-5B53A0E93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EBF8FE-518A-9A55-AF19-9A058BA69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6396A-628D-4E39-BD27-9924F92C9F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69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77AB5-D03D-70B7-66DE-F165ABF81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1DED8F-79B9-E8C4-6A47-B45362972B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BD6882-D1AF-D9C5-B2AD-6EA4DC8E91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2743A5-0393-A09A-47CE-4E203248B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0A640-4AB8-4A9A-9A33-46793250C120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10EDE5-27DD-60D5-C74D-1515A00CA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9B0EB2-5B65-08C7-6857-759387ADD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6396A-628D-4E39-BD27-9924F92C9F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044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D4B1A-722C-9542-C4D8-080BC0B52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7FC34C-A348-537F-0E4D-CE294A2D64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DB4B40-8F32-FC3D-E8F8-7CE5C185EE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4F1A7C-870F-908E-A4C0-8E276E870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0A640-4AB8-4A9A-9A33-46793250C120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7CDAEA-6253-AFA0-BC12-4AD96FA61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96D912-4AD0-6AAA-5446-644634EDA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6396A-628D-4E39-BD27-9924F92C9F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351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3DE0A-E966-1478-B3E2-F76F8B23A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6EA9A2-9E50-F27C-931D-3A0F4B795E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B1E50C-C6C6-C2B6-A5FB-2220639AA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0A640-4AB8-4A9A-9A33-46793250C120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209930-2EF6-9335-473B-6487D1B38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B21D60-2CC1-6ED7-26FE-F13083A6C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6396A-628D-4E39-BD27-9924F92C9F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483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D79B22-D798-EF93-A717-B5D620526D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10E91A-6566-E044-951E-35B3CF901F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4A4B18-3822-F633-0A2A-2305AE349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0A640-4AB8-4A9A-9A33-46793250C120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A9626F-87FE-4DA1-2CFF-5B82DC8A4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366C4B-E1FE-835D-7296-38F1E2378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6396A-628D-4E39-BD27-9924F92C9F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715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6F5653-839C-FA3F-DDEA-83484F66B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DF4AD6-2FCA-92F5-8C1F-4AD49CC404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90B4EA-3FEE-40B2-BAE9-2672FE4CB2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40A640-4AB8-4A9A-9A33-46793250C120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9ECB31-905C-C9AA-FE23-1FA4CA359F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AC343E-6476-E140-8BF5-7EE7121583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E6396A-628D-4E39-BD27-9924F92C9F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761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3BAAE5E-8B45-9514-8F02-7E036DE7AD2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AF6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92D050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582FAA2-6C35-CB10-FE73-10841E17616A}"/>
              </a:ext>
            </a:extLst>
          </p:cNvPr>
          <p:cNvSpPr/>
          <p:nvPr/>
        </p:nvSpPr>
        <p:spPr>
          <a:xfrm>
            <a:off x="8863465" y="2727674"/>
            <a:ext cx="2847869" cy="2848935"/>
          </a:xfrm>
          <a:prstGeom prst="ellipse">
            <a:avLst/>
          </a:prstGeom>
          <a:solidFill>
            <a:srgbClr val="AAECAA">
              <a:alpha val="2235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3218E56-9AB5-105E-5ADF-E651AA363F6D}"/>
              </a:ext>
            </a:extLst>
          </p:cNvPr>
          <p:cNvGrpSpPr/>
          <p:nvPr/>
        </p:nvGrpSpPr>
        <p:grpSpPr>
          <a:xfrm>
            <a:off x="3078868" y="581443"/>
            <a:ext cx="6993909" cy="1521730"/>
            <a:chOff x="2720052" y="500418"/>
            <a:chExt cx="6993909" cy="152173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99DD5A2-96E6-0713-9671-613CF28771B7}"/>
                </a:ext>
              </a:extLst>
            </p:cNvPr>
            <p:cNvSpPr txBox="1"/>
            <p:nvPr/>
          </p:nvSpPr>
          <p:spPr>
            <a:xfrm>
              <a:off x="6866092" y="1191151"/>
              <a:ext cx="284786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48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کارگاه خیاطی</a:t>
              </a:r>
              <a:endParaRPr lang="fa-IR" sz="4800" b="1" dirty="0">
                <a:solidFill>
                  <a:srgbClr val="40D047"/>
                </a:solidFill>
                <a:latin typeface="Lalezar" panose="00000500000000000000" pitchFamily="2" charset="-78"/>
                <a:cs typeface="Lalezar" panose="00000500000000000000" pitchFamily="2" charset="-78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E5B1232-3A29-C9F4-AFD5-E519B79A93CE}"/>
                </a:ext>
              </a:extLst>
            </p:cNvPr>
            <p:cNvSpPr txBox="1"/>
            <p:nvPr/>
          </p:nvSpPr>
          <p:spPr>
            <a:xfrm>
              <a:off x="2720052" y="500418"/>
              <a:ext cx="4673182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6600" b="1" dirty="0">
                  <a:solidFill>
                    <a:srgbClr val="40D047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Lalezar" panose="00000500000000000000" pitchFamily="2" charset="-78"/>
                  <a:cs typeface="Lalezar" panose="00000500000000000000" pitchFamily="2" charset="-78"/>
                </a:rPr>
                <a:t>زرین استایل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23096C0-BE28-FAFA-C719-ED99A513EC30}"/>
              </a:ext>
            </a:extLst>
          </p:cNvPr>
          <p:cNvGrpSpPr/>
          <p:nvPr/>
        </p:nvGrpSpPr>
        <p:grpSpPr>
          <a:xfrm>
            <a:off x="704559" y="401096"/>
            <a:ext cx="4610350" cy="5493379"/>
            <a:chOff x="704559" y="401096"/>
            <a:chExt cx="4610350" cy="5493379"/>
          </a:xfrm>
          <a:solidFill>
            <a:srgbClr val="92E692">
              <a:alpha val="12157"/>
            </a:srgbClr>
          </a:solidFill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4A51F96A-27A4-F459-D493-3E0C2596FB5F}"/>
                </a:ext>
              </a:extLst>
            </p:cNvPr>
            <p:cNvSpPr/>
            <p:nvPr/>
          </p:nvSpPr>
          <p:spPr>
            <a:xfrm>
              <a:off x="704559" y="401096"/>
              <a:ext cx="3251200" cy="308864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E6CC3284-21E3-19BF-36F2-04A1304626F9}"/>
                </a:ext>
              </a:extLst>
            </p:cNvPr>
            <p:cNvSpPr/>
            <p:nvPr/>
          </p:nvSpPr>
          <p:spPr>
            <a:xfrm>
              <a:off x="1856323" y="3614382"/>
              <a:ext cx="2232601" cy="228009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23A9156F-FEBB-C5A7-0569-55676C8A4D7F}"/>
                </a:ext>
              </a:extLst>
            </p:cNvPr>
            <p:cNvSpPr/>
            <p:nvPr/>
          </p:nvSpPr>
          <p:spPr>
            <a:xfrm>
              <a:off x="3082308" y="2052698"/>
              <a:ext cx="2232601" cy="228009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C76B1B5-36CC-89E9-7E58-44EC46C13CD3}"/>
              </a:ext>
            </a:extLst>
          </p:cNvPr>
          <p:cNvGrpSpPr/>
          <p:nvPr/>
        </p:nvGrpSpPr>
        <p:grpSpPr>
          <a:xfrm>
            <a:off x="10947809" y="500418"/>
            <a:ext cx="786991" cy="1131989"/>
            <a:chOff x="11067073" y="314405"/>
            <a:chExt cx="786991" cy="1131989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4FE69C01-F4A6-0517-ED5A-FC7935C8925D}"/>
                </a:ext>
              </a:extLst>
            </p:cNvPr>
            <p:cNvSpPr/>
            <p:nvPr/>
          </p:nvSpPr>
          <p:spPr>
            <a:xfrm>
              <a:off x="11635974" y="318247"/>
              <a:ext cx="218090" cy="209976"/>
            </a:xfrm>
            <a:prstGeom prst="ellipse">
              <a:avLst/>
            </a:prstGeom>
            <a:solidFill>
              <a:srgbClr val="29A329">
                <a:alpha val="22353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29F1217-1E53-948C-B4A9-64F1E52FD086}"/>
                </a:ext>
              </a:extLst>
            </p:cNvPr>
            <p:cNvSpPr/>
            <p:nvPr/>
          </p:nvSpPr>
          <p:spPr>
            <a:xfrm>
              <a:off x="11353800" y="318247"/>
              <a:ext cx="218090" cy="209976"/>
            </a:xfrm>
            <a:prstGeom prst="ellipse">
              <a:avLst/>
            </a:prstGeom>
            <a:solidFill>
              <a:srgbClr val="B1EDB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D3BB3ED-2E28-FED4-C415-0A2139C26FB4}"/>
                </a:ext>
              </a:extLst>
            </p:cNvPr>
            <p:cNvSpPr/>
            <p:nvPr/>
          </p:nvSpPr>
          <p:spPr>
            <a:xfrm>
              <a:off x="11067073" y="314405"/>
              <a:ext cx="218090" cy="209976"/>
            </a:xfrm>
            <a:prstGeom prst="ellipse">
              <a:avLst/>
            </a:prstGeom>
            <a:solidFill>
              <a:srgbClr val="54D454">
                <a:alpha val="22745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32CAEDF-5451-3CEC-ADEC-AA5C947128D8}"/>
                </a:ext>
              </a:extLst>
            </p:cNvPr>
            <p:cNvSpPr/>
            <p:nvPr/>
          </p:nvSpPr>
          <p:spPr>
            <a:xfrm>
              <a:off x="11635974" y="619285"/>
              <a:ext cx="218090" cy="209976"/>
            </a:xfrm>
            <a:prstGeom prst="ellipse">
              <a:avLst/>
            </a:prstGeom>
            <a:solidFill>
              <a:srgbClr val="B1EDB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452E73F-9EEC-0E10-0BCB-ABABC94E4DB0}"/>
                </a:ext>
              </a:extLst>
            </p:cNvPr>
            <p:cNvSpPr/>
            <p:nvPr/>
          </p:nvSpPr>
          <p:spPr>
            <a:xfrm>
              <a:off x="11353800" y="617594"/>
              <a:ext cx="218090" cy="209976"/>
            </a:xfrm>
            <a:prstGeom prst="ellipse">
              <a:avLst/>
            </a:prstGeom>
            <a:solidFill>
              <a:srgbClr val="54D454">
                <a:alpha val="22745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4B897E0-264F-CF50-40B2-80FCF7AD914F}"/>
                </a:ext>
              </a:extLst>
            </p:cNvPr>
            <p:cNvSpPr/>
            <p:nvPr/>
          </p:nvSpPr>
          <p:spPr>
            <a:xfrm>
              <a:off x="11067073" y="649914"/>
              <a:ext cx="218090" cy="209976"/>
            </a:xfrm>
            <a:prstGeom prst="ellipse">
              <a:avLst/>
            </a:prstGeom>
            <a:solidFill>
              <a:srgbClr val="92E692">
                <a:alpha val="23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5BD2883B-32FE-55ED-B383-916839B1180B}"/>
                </a:ext>
              </a:extLst>
            </p:cNvPr>
            <p:cNvSpPr/>
            <p:nvPr/>
          </p:nvSpPr>
          <p:spPr>
            <a:xfrm>
              <a:off x="11067073" y="924060"/>
              <a:ext cx="218090" cy="209976"/>
            </a:xfrm>
            <a:prstGeom prst="ellipse">
              <a:avLst/>
            </a:prstGeom>
            <a:solidFill>
              <a:srgbClr val="B5EDB8">
                <a:alpha val="23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706FF6F3-6C5E-09DE-4767-EC9C1D22AA6D}"/>
                </a:ext>
              </a:extLst>
            </p:cNvPr>
            <p:cNvSpPr/>
            <p:nvPr/>
          </p:nvSpPr>
          <p:spPr>
            <a:xfrm>
              <a:off x="11353800" y="927006"/>
              <a:ext cx="218090" cy="209976"/>
            </a:xfrm>
            <a:prstGeom prst="ellipse">
              <a:avLst/>
            </a:prstGeom>
            <a:solidFill>
              <a:srgbClr val="92E692">
                <a:alpha val="23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EB57ECC-5B38-6BDE-BC56-051294FBF682}"/>
                </a:ext>
              </a:extLst>
            </p:cNvPr>
            <p:cNvSpPr/>
            <p:nvPr/>
          </p:nvSpPr>
          <p:spPr>
            <a:xfrm>
              <a:off x="11635974" y="920323"/>
              <a:ext cx="218090" cy="209976"/>
            </a:xfrm>
            <a:prstGeom prst="ellipse">
              <a:avLst/>
            </a:prstGeom>
            <a:solidFill>
              <a:srgbClr val="54D454">
                <a:alpha val="22745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BBC5C99-CFA1-7B12-0AD1-1600F9BDE0DB}"/>
                </a:ext>
              </a:extLst>
            </p:cNvPr>
            <p:cNvSpPr/>
            <p:nvPr/>
          </p:nvSpPr>
          <p:spPr>
            <a:xfrm>
              <a:off x="11067073" y="1221361"/>
              <a:ext cx="218090" cy="209976"/>
            </a:xfrm>
            <a:prstGeom prst="ellipse">
              <a:avLst/>
            </a:prstGeom>
            <a:solidFill>
              <a:srgbClr val="B5EDB8">
                <a:alpha val="23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9382E45-C667-43B4-A221-363A61600E1D}"/>
                </a:ext>
              </a:extLst>
            </p:cNvPr>
            <p:cNvSpPr/>
            <p:nvPr/>
          </p:nvSpPr>
          <p:spPr>
            <a:xfrm>
              <a:off x="11344465" y="1236418"/>
              <a:ext cx="218090" cy="209976"/>
            </a:xfrm>
            <a:prstGeom prst="ellipse">
              <a:avLst/>
            </a:prstGeom>
            <a:solidFill>
              <a:srgbClr val="B5EDB8">
                <a:alpha val="23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263492A7-8D36-9A98-1A4E-5E0C98E9A444}"/>
                </a:ext>
              </a:extLst>
            </p:cNvPr>
            <p:cNvSpPr/>
            <p:nvPr/>
          </p:nvSpPr>
          <p:spPr>
            <a:xfrm>
              <a:off x="11627055" y="1221361"/>
              <a:ext cx="218090" cy="209976"/>
            </a:xfrm>
            <a:prstGeom prst="ellipse">
              <a:avLst/>
            </a:prstGeom>
            <a:solidFill>
              <a:srgbClr val="92E692">
                <a:alpha val="23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2" name="Picture 41">
            <a:extLst>
              <a:ext uri="{FF2B5EF4-FFF2-40B4-BE49-F238E27FC236}">
                <a16:creationId xmlns:a16="http://schemas.microsoft.com/office/drawing/2014/main" id="{6B0778A0-3E55-98A0-3F11-8EBCA1CAEE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38086" y1="23340" x2="33008" y2="38867"/>
                        <a14:foregroundMark x1="33008" y1="38867" x2="49219" y2="71191"/>
                        <a14:foregroundMark x1="49219" y1="71191" x2="71387" y2="63574"/>
                        <a14:foregroundMark x1="71387" y1="63574" x2="58008" y2="44727"/>
                        <a14:foregroundMark x1="58008" y1="44727" x2="52832" y2="21094"/>
                        <a14:foregroundMark x1="52832" y1="21094" x2="38477" y2="37793"/>
                        <a14:foregroundMark x1="38477" y1="37793" x2="45410" y2="40820"/>
                        <a14:foregroundMark x1="45410" y1="40820" x2="33984" y2="63281"/>
                        <a14:foregroundMark x1="33984" y1="63281" x2="51367" y2="74902"/>
                        <a14:foregroundMark x1="51367" y1="74902" x2="53125" y2="73047"/>
                        <a14:foregroundMark x1="40820" y1="63672" x2="43066" y2="56055"/>
                        <a14:foregroundMark x1="43066" y1="56055" x2="56641" y2="39160"/>
                        <a14:foregroundMark x1="56641" y1="39160" x2="41406" y2="36328"/>
                        <a14:foregroundMark x1="41406" y1="36328" x2="40234" y2="25781"/>
                        <a14:foregroundMark x1="40234" y1="25781" x2="25684" y2="34473"/>
                        <a14:foregroundMark x1="25684" y1="34473" x2="25879" y2="52441"/>
                        <a14:foregroundMark x1="25879" y1="52441" x2="35059" y2="71777"/>
                        <a14:foregroundMark x1="35059" y1="71777" x2="52344" y2="78809"/>
                        <a14:foregroundMark x1="52344" y1="78809" x2="66504" y2="73242"/>
                        <a14:foregroundMark x1="66504" y1="73242" x2="74023" y2="62793"/>
                        <a14:foregroundMark x1="74023" y1="62793" x2="75781" y2="48828"/>
                        <a14:foregroundMark x1="75781" y1="48828" x2="70410" y2="32813"/>
                        <a14:foregroundMark x1="70410" y1="32813" x2="55273" y2="23438"/>
                        <a14:foregroundMark x1="55273" y1="23438" x2="45508" y2="22461"/>
                        <a14:foregroundMark x1="45508" y1="22461" x2="44141" y2="22754"/>
                        <a14:foregroundMark x1="31445" y1="21094" x2="24414" y2="40723"/>
                        <a14:foregroundMark x1="24414" y1="40723" x2="29004" y2="68359"/>
                        <a14:foregroundMark x1="29004" y1="68359" x2="36523" y2="81250"/>
                        <a14:foregroundMark x1="36523" y1="81250" x2="48340" y2="83203"/>
                        <a14:foregroundMark x1="48340" y1="83203" x2="63770" y2="79688"/>
                        <a14:foregroundMark x1="63770" y1="79688" x2="71289" y2="75488"/>
                        <a14:foregroundMark x1="71289" y1="75488" x2="76953" y2="69238"/>
                        <a14:foregroundMark x1="76953" y1="69238" x2="83105" y2="51270"/>
                        <a14:foregroundMark x1="83105" y1="51270" x2="82324" y2="37988"/>
                        <a14:foregroundMark x1="82324" y1="37988" x2="68262" y2="21387"/>
                        <a14:foregroundMark x1="68262" y1="21387" x2="54785" y2="17676"/>
                        <a14:foregroundMark x1="54785" y1="17676" x2="44434" y2="18457"/>
                        <a14:foregroundMark x1="44434" y1="18457" x2="25391" y2="29395"/>
                        <a14:foregroundMark x1="25391" y1="29395" x2="19434" y2="34961"/>
                        <a14:foregroundMark x1="19434" y1="34961" x2="18359" y2="45996"/>
                        <a14:foregroundMark x1="18359" y1="45996" x2="23535" y2="62402"/>
                        <a14:foregroundMark x1="23535" y1="62402" x2="27734" y2="70020"/>
                        <a14:foregroundMark x1="22070" y1="24023" x2="20508" y2="25488"/>
                        <a14:foregroundMark x1="18457" y1="28418" x2="15039" y2="37402"/>
                        <a14:foregroundMark x1="15234" y1="34570" x2="12891" y2="41113"/>
                        <a14:foregroundMark x1="12891" y1="41113" x2="12980" y2="56533"/>
                        <a14:foregroundMark x1="13454" y1="58685" x2="21094" y2="71387"/>
                        <a14:foregroundMark x1="21094" y1="71387" x2="22559" y2="72754"/>
                        <a14:foregroundMark x1="21191" y1="72656" x2="26037" y2="77421"/>
                        <a14:foregroundMark x1="27051" y1="78418" x2="43294" y2="84947"/>
                        <a14:foregroundMark x1="34082" y1="81934" x2="41602" y2="84473"/>
                        <a14:foregroundMark x1="52109" y1="84577" x2="70703" y2="79688"/>
                        <a14:foregroundMark x1="70703" y1="79688" x2="81641" y2="69043"/>
                        <a14:foregroundMark x1="81641" y1="69043" x2="87500" y2="54492"/>
                        <a14:foregroundMark x1="87500" y1="54492" x2="87109" y2="39746"/>
                        <a14:foregroundMark x1="87109" y1="39746" x2="79785" y2="26172"/>
                        <a14:foregroundMark x1="79785" y1="26172" x2="74902" y2="21191"/>
                        <a14:foregroundMark x1="12305" y1="44824" x2="13184" y2="55371"/>
                        <a14:foregroundMark x1="65723" y1="37988" x2="56055" y2="54395"/>
                        <a14:foregroundMark x1="56055" y1="54395" x2="56836" y2="72461"/>
                        <a14:foregroundMark x1="56836" y1="72461" x2="56445" y2="44824"/>
                        <a14:foregroundMark x1="56445" y1="44824" x2="63184" y2="51563"/>
                        <a14:foregroundMark x1="63184" y1="51563" x2="60645" y2="39648"/>
                        <a14:foregroundMark x1="60645" y1="39648" x2="52246" y2="48438"/>
                        <a14:backgroundMark x1="12500" y1="56641" x2="12988" y2="58789"/>
                        <a14:backgroundMark x1="25488" y1="77930" x2="26270" y2="78516"/>
                        <a14:backgroundMark x1="26855" y1="78711" x2="26660" y2="78711"/>
                        <a14:backgroundMark x1="26465" y1="78809" x2="26270" y2="78516"/>
                        <a14:backgroundMark x1="26758" y1="78613" x2="26270" y2="78418"/>
                        <a14:backgroundMark x1="45117" y1="86328" x2="54492" y2="86328"/>
                        <a14:backgroundMark x1="45898" y1="86230" x2="43945" y2="86035"/>
                        <a14:backgroundMark x1="27539" y1="79395" x2="25684" y2="78418"/>
                        <a14:backgroundMark x1="27637" y1="79297" x2="26563" y2="78711"/>
                        <a14:backgroundMark x1="87598" y1="39648" x2="87012" y2="3955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000" y="426943"/>
            <a:ext cx="2623533" cy="2623533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B7FACA0-18F1-B8A0-4EC4-EC27A473AB2F}"/>
              </a:ext>
            </a:extLst>
          </p:cNvPr>
          <p:cNvCxnSpPr>
            <a:cxnSpLocks/>
          </p:cNvCxnSpPr>
          <p:nvPr/>
        </p:nvCxnSpPr>
        <p:spPr>
          <a:xfrm>
            <a:off x="3842795" y="6041980"/>
            <a:ext cx="7609831" cy="0"/>
          </a:xfrm>
          <a:prstGeom prst="line">
            <a:avLst/>
          </a:prstGeom>
          <a:ln>
            <a:solidFill>
              <a:srgbClr val="BBEF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C4FEBE1E-98F2-9DB9-6D24-40A097DF7C9C}"/>
              </a:ext>
            </a:extLst>
          </p:cNvPr>
          <p:cNvCxnSpPr>
            <a:cxnSpLocks/>
          </p:cNvCxnSpPr>
          <p:nvPr/>
        </p:nvCxnSpPr>
        <p:spPr>
          <a:xfrm>
            <a:off x="11443291" y="5594130"/>
            <a:ext cx="0" cy="447850"/>
          </a:xfrm>
          <a:prstGeom prst="line">
            <a:avLst/>
          </a:prstGeom>
          <a:ln>
            <a:solidFill>
              <a:srgbClr val="BBEF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082D062-626A-EFAE-BC95-A9AAE06B9A45}"/>
              </a:ext>
            </a:extLst>
          </p:cNvPr>
          <p:cNvCxnSpPr>
            <a:cxnSpLocks/>
          </p:cNvCxnSpPr>
          <p:nvPr/>
        </p:nvCxnSpPr>
        <p:spPr>
          <a:xfrm>
            <a:off x="560300" y="3744005"/>
            <a:ext cx="7428" cy="2297975"/>
          </a:xfrm>
          <a:prstGeom prst="line">
            <a:avLst/>
          </a:prstGeom>
          <a:ln>
            <a:solidFill>
              <a:srgbClr val="BBEF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52A7FF39-AD2F-32B8-D135-FC0E7FC7BF7A}"/>
              </a:ext>
            </a:extLst>
          </p:cNvPr>
          <p:cNvCxnSpPr>
            <a:cxnSpLocks/>
          </p:cNvCxnSpPr>
          <p:nvPr/>
        </p:nvCxnSpPr>
        <p:spPr>
          <a:xfrm flipH="1">
            <a:off x="567728" y="6041980"/>
            <a:ext cx="1389422" cy="0"/>
          </a:xfrm>
          <a:prstGeom prst="line">
            <a:avLst/>
          </a:prstGeom>
          <a:ln>
            <a:solidFill>
              <a:srgbClr val="BBEF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1" name="Group 60">
            <a:extLst>
              <a:ext uri="{FF2B5EF4-FFF2-40B4-BE49-F238E27FC236}">
                <a16:creationId xmlns:a16="http://schemas.microsoft.com/office/drawing/2014/main" id="{D6DB3B78-B693-DA67-D3FC-210CE3A25BAD}"/>
              </a:ext>
            </a:extLst>
          </p:cNvPr>
          <p:cNvGrpSpPr/>
          <p:nvPr/>
        </p:nvGrpSpPr>
        <p:grpSpPr>
          <a:xfrm>
            <a:off x="5155375" y="4440073"/>
            <a:ext cx="5442452" cy="1107974"/>
            <a:chOff x="4509129" y="4224760"/>
            <a:chExt cx="5442452" cy="1107974"/>
          </a:xfrm>
        </p:grpSpPr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9321E3DD-1F78-E321-9F92-56F25459DAF3}"/>
                </a:ext>
              </a:extLst>
            </p:cNvPr>
            <p:cNvSpPr/>
            <p:nvPr/>
          </p:nvSpPr>
          <p:spPr>
            <a:xfrm>
              <a:off x="4509129" y="4224760"/>
              <a:ext cx="4935772" cy="1107974"/>
            </a:xfrm>
            <a:prstGeom prst="roundRect">
              <a:avLst>
                <a:gd name="adj" fmla="val 50000"/>
              </a:avLst>
            </a:prstGeom>
            <a:solidFill>
              <a:srgbClr val="BBEF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a-IR" sz="2400" dirty="0">
                  <a:solidFill>
                    <a:schemeClr val="tx1"/>
                  </a:solidFill>
                  <a:latin typeface="Lalezar" panose="00000500000000000000" pitchFamily="2" charset="-78"/>
                  <a:cs typeface="Lalezar" panose="00000500000000000000" pitchFamily="2" charset="-78"/>
                </a:rPr>
                <a:t>دوخت ما جلوه هنر و زیبایی شماست</a:t>
              </a:r>
              <a:endParaRPr lang="en-US" sz="2400" dirty="0">
                <a:solidFill>
                  <a:schemeClr val="tx1"/>
                </a:solidFill>
                <a:latin typeface="Lalezar" panose="00000500000000000000" pitchFamily="2" charset="-78"/>
                <a:cs typeface="Lalezar" panose="00000500000000000000" pitchFamily="2" charset="-78"/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CB2A2656-78F4-F812-A81E-1829A70ABFFB}"/>
                </a:ext>
              </a:extLst>
            </p:cNvPr>
            <p:cNvSpPr/>
            <p:nvPr/>
          </p:nvSpPr>
          <p:spPr>
            <a:xfrm>
              <a:off x="8973820" y="4234249"/>
              <a:ext cx="140413" cy="1098485"/>
            </a:xfrm>
            <a:prstGeom prst="rect">
              <a:avLst/>
            </a:prstGeom>
            <a:solidFill>
              <a:srgbClr val="92E69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C5479A6E-D361-AC5D-C586-14797C15B626}"/>
                </a:ext>
              </a:extLst>
            </p:cNvPr>
            <p:cNvSpPr/>
            <p:nvPr/>
          </p:nvSpPr>
          <p:spPr>
            <a:xfrm>
              <a:off x="9111998" y="4224760"/>
              <a:ext cx="839583" cy="1098485"/>
            </a:xfrm>
            <a:prstGeom prst="rect">
              <a:avLst/>
            </a:prstGeom>
            <a:solidFill>
              <a:srgbClr val="CFF4C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B4C9FD09-7912-352B-B52E-DBF327B37502}"/>
              </a:ext>
            </a:extLst>
          </p:cNvPr>
          <p:cNvSpPr txBox="1"/>
          <p:nvPr/>
        </p:nvSpPr>
        <p:spPr>
          <a:xfrm>
            <a:off x="6409958" y="6235123"/>
            <a:ext cx="52068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000" dirty="0"/>
              <a:t>آدرس: کابل –  دشت برچی – شهرک اتفاق – کوچه عدالت 3</a:t>
            </a:r>
            <a:endParaRPr lang="en-US" sz="20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AD66F28-C73D-7CFB-707E-49C44CF3DBCC}"/>
              </a:ext>
            </a:extLst>
          </p:cNvPr>
          <p:cNvSpPr txBox="1"/>
          <p:nvPr/>
        </p:nvSpPr>
        <p:spPr>
          <a:xfrm>
            <a:off x="567728" y="6235123"/>
            <a:ext cx="38422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Instagram: #zarinstylecollection</a:t>
            </a:r>
          </a:p>
        </p:txBody>
      </p:sp>
    </p:spTree>
    <p:extLst>
      <p:ext uri="{BB962C8B-B14F-4D97-AF65-F5344CB8AC3E}">
        <p14:creationId xmlns:p14="http://schemas.microsoft.com/office/powerpoint/2010/main" val="42314739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420A889-D8BA-4ABA-11E5-3B32C6344EF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AF6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92D05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1A104F-8D71-805E-7264-9994C9108D5B}"/>
              </a:ext>
            </a:extLst>
          </p:cNvPr>
          <p:cNvSpPr txBox="1"/>
          <p:nvPr/>
        </p:nvSpPr>
        <p:spPr>
          <a:xfrm>
            <a:off x="5090160" y="223520"/>
            <a:ext cx="3362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a-IR" dirty="0"/>
              <a:t>فهرست مطالب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59405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4AC76CA-0E97-6AFC-D758-874FEACF4FD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AF6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92D050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094B683-FD34-9328-49E3-4C1D48A36C8B}"/>
              </a:ext>
            </a:extLst>
          </p:cNvPr>
          <p:cNvSpPr/>
          <p:nvPr/>
        </p:nvSpPr>
        <p:spPr>
          <a:xfrm>
            <a:off x="4838218" y="1520868"/>
            <a:ext cx="6817977" cy="4700524"/>
          </a:xfrm>
          <a:prstGeom prst="roundRect">
            <a:avLst>
              <a:gd name="adj" fmla="val 9832"/>
            </a:avLst>
          </a:prstGeom>
          <a:gradFill flip="none" rotWithShape="1">
            <a:gsLst>
              <a:gs pos="100000">
                <a:srgbClr val="FFFF99">
                  <a:alpha val="6000"/>
                </a:srgbClr>
              </a:gs>
              <a:gs pos="0">
                <a:srgbClr val="FFFF4B">
                  <a:alpha val="60000"/>
                </a:srgbClr>
              </a:gs>
              <a:gs pos="0">
                <a:srgbClr val="FFFF4B">
                  <a:alpha val="40000"/>
                </a:srgbClr>
              </a:gs>
            </a:gsLst>
            <a:lin ang="0" scaled="0"/>
            <a:tileRect/>
          </a:gradFill>
          <a:ln w="38100">
            <a:solidFill>
              <a:srgbClr val="FFFF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917CDA4-D1E7-DF3E-9B3C-42D0729F0572}"/>
              </a:ext>
            </a:extLst>
          </p:cNvPr>
          <p:cNvSpPr/>
          <p:nvPr/>
        </p:nvSpPr>
        <p:spPr>
          <a:xfrm>
            <a:off x="729204" y="419091"/>
            <a:ext cx="4861367" cy="4569598"/>
          </a:xfrm>
          <a:prstGeom prst="ellipse">
            <a:avLst/>
          </a:prstGeom>
          <a:solidFill>
            <a:srgbClr val="AAECAA">
              <a:alpha val="2235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518FFAC-261D-9DBE-D1BE-B509E95F7700}"/>
              </a:ext>
            </a:extLst>
          </p:cNvPr>
          <p:cNvSpPr/>
          <p:nvPr/>
        </p:nvSpPr>
        <p:spPr>
          <a:xfrm>
            <a:off x="3802286" y="3870277"/>
            <a:ext cx="2799145" cy="2484225"/>
          </a:xfrm>
          <a:prstGeom prst="ellipse">
            <a:avLst/>
          </a:prstGeom>
          <a:solidFill>
            <a:srgbClr val="AAECAA">
              <a:alpha val="2235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7F2E30D-1591-CF50-91FA-CF2DD39E4A4E}"/>
              </a:ext>
            </a:extLst>
          </p:cNvPr>
          <p:cNvSpPr/>
          <p:nvPr/>
        </p:nvSpPr>
        <p:spPr>
          <a:xfrm>
            <a:off x="8171727" y="419091"/>
            <a:ext cx="3720304" cy="3451186"/>
          </a:xfrm>
          <a:prstGeom prst="ellipse">
            <a:avLst/>
          </a:prstGeom>
          <a:solidFill>
            <a:srgbClr val="AAECAA">
              <a:alpha val="2235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53567E-70D3-7E6A-B66C-BE605D87007F}"/>
              </a:ext>
            </a:extLst>
          </p:cNvPr>
          <p:cNvSpPr txBox="1"/>
          <p:nvPr/>
        </p:nvSpPr>
        <p:spPr>
          <a:xfrm>
            <a:off x="7757595" y="696172"/>
            <a:ext cx="29052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3600" b="1" dirty="0">
                <a:latin typeface="Lalezar" panose="00000500000000000000" pitchFamily="2" charset="-78"/>
                <a:cs typeface="Lalezar" panose="00000500000000000000" pitchFamily="2" charset="-78"/>
              </a:rPr>
              <a:t>معرفی تجارت</a:t>
            </a:r>
            <a:endParaRPr lang="en-US" sz="3600" b="1" dirty="0">
              <a:latin typeface="Lalezar" panose="00000500000000000000" pitchFamily="2" charset="-78"/>
              <a:cs typeface="Lalezar" panose="00000500000000000000" pitchFamily="2" charset="-78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76D33C-2942-86A4-9E6F-C8E17A502442}"/>
              </a:ext>
            </a:extLst>
          </p:cNvPr>
          <p:cNvSpPr txBox="1"/>
          <p:nvPr/>
        </p:nvSpPr>
        <p:spPr>
          <a:xfrm>
            <a:off x="4849955" y="2588746"/>
            <a:ext cx="5973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2400" dirty="0">
                <a:latin typeface="Lalezar" panose="00000500000000000000" pitchFamily="2" charset="-78"/>
                <a:cs typeface="+mj-cs"/>
              </a:rPr>
              <a:t>حوزه فعالیت: دوخت لباس های محفلی، گند افغانی و رسمی</a:t>
            </a:r>
            <a:endParaRPr lang="en-US" sz="2400" dirty="0">
              <a:latin typeface="Lalezar" panose="00000500000000000000" pitchFamily="2" charset="-78"/>
              <a:cs typeface="+mj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0EA063B-1221-4A20-1BFA-A059F8A9B106}"/>
              </a:ext>
            </a:extLst>
          </p:cNvPr>
          <p:cNvSpPr/>
          <p:nvPr/>
        </p:nvSpPr>
        <p:spPr>
          <a:xfrm>
            <a:off x="11058816" y="2003334"/>
            <a:ext cx="141159" cy="13130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5CFAFA6-F2A7-0102-9120-F33702DF7A96}"/>
              </a:ext>
            </a:extLst>
          </p:cNvPr>
          <p:cNvSpPr/>
          <p:nvPr/>
        </p:nvSpPr>
        <p:spPr>
          <a:xfrm>
            <a:off x="11059355" y="2559160"/>
            <a:ext cx="141159" cy="13130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EB98F56-8BF7-C16A-1CA6-A9BE91340DD5}"/>
              </a:ext>
            </a:extLst>
          </p:cNvPr>
          <p:cNvSpPr txBox="1"/>
          <p:nvPr/>
        </p:nvSpPr>
        <p:spPr>
          <a:xfrm>
            <a:off x="7239890" y="3069501"/>
            <a:ext cx="35791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a-IR" sz="2400" dirty="0">
                <a:latin typeface="Lalezar" panose="00000500000000000000" pitchFamily="2" charset="-78"/>
                <a:cs typeface="+mj-cs"/>
              </a:rPr>
              <a:t>بازار هدف: خانم ها و دختران</a:t>
            </a:r>
            <a:endParaRPr lang="en-US" sz="2400" dirty="0">
              <a:latin typeface="Lalezar" panose="00000500000000000000" pitchFamily="2" charset="-78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79D82D-4467-ADF5-4137-71507283E367}"/>
              </a:ext>
            </a:extLst>
          </p:cNvPr>
          <p:cNvSpPr txBox="1"/>
          <p:nvPr/>
        </p:nvSpPr>
        <p:spPr>
          <a:xfrm>
            <a:off x="4849955" y="3480553"/>
            <a:ext cx="59730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a-IR" sz="2400" dirty="0">
                <a:latin typeface="Lalezar" panose="00000500000000000000" pitchFamily="2" charset="-78"/>
                <a:cs typeface="+mj-cs"/>
              </a:rPr>
              <a:t>ماموریت: ارایه لباس های با کیفیت و راحت که مطابق سلیقه مشتری باشد</a:t>
            </a:r>
            <a:endParaRPr lang="en-US" sz="2400" dirty="0">
              <a:latin typeface="Lalezar" panose="00000500000000000000" pitchFamily="2" charset="-78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1B623A-8A9B-41EE-98FB-EFB932AC9F26}"/>
              </a:ext>
            </a:extLst>
          </p:cNvPr>
          <p:cNvSpPr txBox="1"/>
          <p:nvPr/>
        </p:nvSpPr>
        <p:spPr>
          <a:xfrm>
            <a:off x="5165456" y="4293875"/>
            <a:ext cx="56575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a-IR" sz="2400" dirty="0">
                <a:latin typeface="Lalezar" panose="00000500000000000000" pitchFamily="2" charset="-78"/>
                <a:cs typeface="+mj-cs"/>
              </a:rPr>
              <a:t>کیفیت و ارزش: استفاده از پارچه های با کیفیت و دوخت دقیق، توجه به جزییات کوچک برای دوام زیبایی</a:t>
            </a:r>
            <a:endParaRPr lang="en-US" sz="2400" dirty="0">
              <a:latin typeface="Lalezar" panose="00000500000000000000" pitchFamily="2" charset="-78"/>
              <a:cs typeface="+mj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D7B31A-8EE0-C4DE-5781-B84E4ACD8D59}"/>
              </a:ext>
            </a:extLst>
          </p:cNvPr>
          <p:cNvSpPr txBox="1"/>
          <p:nvPr/>
        </p:nvSpPr>
        <p:spPr>
          <a:xfrm>
            <a:off x="4550952" y="5125682"/>
            <a:ext cx="62720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a-IR" sz="2400" dirty="0">
                <a:latin typeface="Lalezar" panose="00000500000000000000" pitchFamily="2" charset="-78"/>
                <a:cs typeface="+mj-cs"/>
              </a:rPr>
              <a:t>وعده برند: لباسی که زیبایی، دوام و رضایت شما را تضمین می کند</a:t>
            </a:r>
            <a:endParaRPr lang="en-US" sz="2400" dirty="0">
              <a:latin typeface="Lalezar" panose="00000500000000000000" pitchFamily="2" charset="-78"/>
              <a:cs typeface="+mj-cs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A32C395-B800-0C52-68C8-AE662391876B}"/>
              </a:ext>
            </a:extLst>
          </p:cNvPr>
          <p:cNvSpPr/>
          <p:nvPr/>
        </p:nvSpPr>
        <p:spPr>
          <a:xfrm>
            <a:off x="11058816" y="3122197"/>
            <a:ext cx="141159" cy="13130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E2CFA55-BF15-9D78-9961-9A14B7BE9A69}"/>
              </a:ext>
            </a:extLst>
          </p:cNvPr>
          <p:cNvSpPr/>
          <p:nvPr/>
        </p:nvSpPr>
        <p:spPr>
          <a:xfrm>
            <a:off x="11061319" y="3611240"/>
            <a:ext cx="141159" cy="13130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CB535FE-4E5C-A7E2-53D6-F27D6F896243}"/>
              </a:ext>
            </a:extLst>
          </p:cNvPr>
          <p:cNvSpPr/>
          <p:nvPr/>
        </p:nvSpPr>
        <p:spPr>
          <a:xfrm>
            <a:off x="11058816" y="4433095"/>
            <a:ext cx="141159" cy="13130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D058049-CFB3-D68B-CCA1-53B0C37B96E1}"/>
              </a:ext>
            </a:extLst>
          </p:cNvPr>
          <p:cNvSpPr/>
          <p:nvPr/>
        </p:nvSpPr>
        <p:spPr>
          <a:xfrm>
            <a:off x="11065607" y="5298484"/>
            <a:ext cx="141159" cy="13130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BF4D6C2-68B6-A455-08AD-F75253346EA1}"/>
              </a:ext>
            </a:extLst>
          </p:cNvPr>
          <p:cNvSpPr txBox="1"/>
          <p:nvPr/>
        </p:nvSpPr>
        <p:spPr>
          <a:xfrm>
            <a:off x="5732634" y="1766372"/>
            <a:ext cx="50903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a-IR" sz="2400" dirty="0">
                <a:latin typeface="Lalezar" panose="00000500000000000000" pitchFamily="2" charset="-78"/>
                <a:cs typeface="+mj-cs"/>
              </a:rPr>
              <a:t>کارگاه خیاطی زرین استایل در سال 2026 توسط  تاسیس شده است.</a:t>
            </a:r>
            <a:endParaRPr lang="en-US" sz="2400" dirty="0">
              <a:latin typeface="Lalezar" panose="00000500000000000000" pitchFamily="2" charset="-78"/>
              <a:cs typeface="+mj-cs"/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85E3051-EBBB-1325-B931-42048E17F572}"/>
              </a:ext>
            </a:extLst>
          </p:cNvPr>
          <p:cNvGrpSpPr/>
          <p:nvPr/>
        </p:nvGrpSpPr>
        <p:grpSpPr>
          <a:xfrm>
            <a:off x="10485563" y="476396"/>
            <a:ext cx="714412" cy="822098"/>
            <a:chOff x="1387223" y="700547"/>
            <a:chExt cx="2564168" cy="2547879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54C37CE-EF9A-2F82-15F1-48DBEBB0C0C5}"/>
                </a:ext>
              </a:extLst>
            </p:cNvPr>
            <p:cNvSpPr/>
            <p:nvPr/>
          </p:nvSpPr>
          <p:spPr>
            <a:xfrm>
              <a:off x="1788160" y="1117600"/>
              <a:ext cx="1820867" cy="1572869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9382665F-120E-90EB-5F40-A15F4C9B8EA2}"/>
                </a:ext>
              </a:extLst>
            </p:cNvPr>
            <p:cNvSpPr/>
            <p:nvPr/>
          </p:nvSpPr>
          <p:spPr>
            <a:xfrm>
              <a:off x="2336041" y="2641938"/>
              <a:ext cx="619760" cy="558462"/>
            </a:xfrm>
            <a:custGeom>
              <a:avLst/>
              <a:gdLst>
                <a:gd name="csX0" fmla="*/ 0 w 619760"/>
                <a:gd name="csY0" fmla="*/ 103295 h 664760"/>
                <a:gd name="csX1" fmla="*/ 103295 w 619760"/>
                <a:gd name="csY1" fmla="*/ 0 h 664760"/>
                <a:gd name="csX2" fmla="*/ 516465 w 619760"/>
                <a:gd name="csY2" fmla="*/ 0 h 664760"/>
                <a:gd name="csX3" fmla="*/ 619760 w 619760"/>
                <a:gd name="csY3" fmla="*/ 103295 h 664760"/>
                <a:gd name="csX4" fmla="*/ 619760 w 619760"/>
                <a:gd name="csY4" fmla="*/ 561465 h 664760"/>
                <a:gd name="csX5" fmla="*/ 516465 w 619760"/>
                <a:gd name="csY5" fmla="*/ 664760 h 664760"/>
                <a:gd name="csX6" fmla="*/ 103295 w 619760"/>
                <a:gd name="csY6" fmla="*/ 664760 h 664760"/>
                <a:gd name="csX7" fmla="*/ 0 w 619760"/>
                <a:gd name="csY7" fmla="*/ 561465 h 664760"/>
                <a:gd name="csX8" fmla="*/ 0 w 619760"/>
                <a:gd name="csY8" fmla="*/ 103295 h 664760"/>
                <a:gd name="csX0" fmla="*/ 0 w 619760"/>
                <a:gd name="csY0" fmla="*/ 103295 h 664760"/>
                <a:gd name="csX1" fmla="*/ 102359 w 619760"/>
                <a:gd name="csY1" fmla="*/ 53489 h 664760"/>
                <a:gd name="csX2" fmla="*/ 516465 w 619760"/>
                <a:gd name="csY2" fmla="*/ 0 h 664760"/>
                <a:gd name="csX3" fmla="*/ 619760 w 619760"/>
                <a:gd name="csY3" fmla="*/ 103295 h 664760"/>
                <a:gd name="csX4" fmla="*/ 619760 w 619760"/>
                <a:gd name="csY4" fmla="*/ 561465 h 664760"/>
                <a:gd name="csX5" fmla="*/ 516465 w 619760"/>
                <a:gd name="csY5" fmla="*/ 664760 h 664760"/>
                <a:gd name="csX6" fmla="*/ 103295 w 619760"/>
                <a:gd name="csY6" fmla="*/ 664760 h 664760"/>
                <a:gd name="csX7" fmla="*/ 0 w 619760"/>
                <a:gd name="csY7" fmla="*/ 561465 h 664760"/>
                <a:gd name="csX8" fmla="*/ 0 w 619760"/>
                <a:gd name="csY8" fmla="*/ 103295 h 664760"/>
                <a:gd name="csX0" fmla="*/ 0 w 619760"/>
                <a:gd name="csY0" fmla="*/ 50103 h 611568"/>
                <a:gd name="csX1" fmla="*/ 102359 w 619760"/>
                <a:gd name="csY1" fmla="*/ 297 h 611568"/>
                <a:gd name="csX2" fmla="*/ 519554 w 619760"/>
                <a:gd name="csY2" fmla="*/ 7917 h 611568"/>
                <a:gd name="csX3" fmla="*/ 619760 w 619760"/>
                <a:gd name="csY3" fmla="*/ 50103 h 611568"/>
                <a:gd name="csX4" fmla="*/ 619760 w 619760"/>
                <a:gd name="csY4" fmla="*/ 508273 h 611568"/>
                <a:gd name="csX5" fmla="*/ 516465 w 619760"/>
                <a:gd name="csY5" fmla="*/ 611568 h 611568"/>
                <a:gd name="csX6" fmla="*/ 103295 w 619760"/>
                <a:gd name="csY6" fmla="*/ 611568 h 611568"/>
                <a:gd name="csX7" fmla="*/ 0 w 619760"/>
                <a:gd name="csY7" fmla="*/ 508273 h 611568"/>
                <a:gd name="csX8" fmla="*/ 0 w 619760"/>
                <a:gd name="csY8" fmla="*/ 50103 h 611568"/>
                <a:gd name="csX0" fmla="*/ 0 w 619760"/>
                <a:gd name="csY0" fmla="*/ 50103 h 611568"/>
                <a:gd name="csX1" fmla="*/ 102359 w 619760"/>
                <a:gd name="csY1" fmla="*/ 297 h 611568"/>
                <a:gd name="csX2" fmla="*/ 519554 w 619760"/>
                <a:gd name="csY2" fmla="*/ 7917 h 611568"/>
                <a:gd name="csX3" fmla="*/ 619760 w 619760"/>
                <a:gd name="csY3" fmla="*/ 50103 h 611568"/>
                <a:gd name="csX4" fmla="*/ 619760 w 619760"/>
                <a:gd name="csY4" fmla="*/ 508273 h 611568"/>
                <a:gd name="csX5" fmla="*/ 516465 w 619760"/>
                <a:gd name="csY5" fmla="*/ 611568 h 611568"/>
                <a:gd name="csX6" fmla="*/ 103295 w 619760"/>
                <a:gd name="csY6" fmla="*/ 611568 h 611568"/>
                <a:gd name="csX7" fmla="*/ 26670 w 619760"/>
                <a:gd name="csY7" fmla="*/ 504463 h 611568"/>
                <a:gd name="csX8" fmla="*/ 0 w 619760"/>
                <a:gd name="csY8" fmla="*/ 50103 h 611568"/>
                <a:gd name="csX0" fmla="*/ 0 w 619760"/>
                <a:gd name="csY0" fmla="*/ 50103 h 611568"/>
                <a:gd name="csX1" fmla="*/ 102359 w 619760"/>
                <a:gd name="csY1" fmla="*/ 297 h 611568"/>
                <a:gd name="csX2" fmla="*/ 519554 w 619760"/>
                <a:gd name="csY2" fmla="*/ 7917 h 611568"/>
                <a:gd name="csX3" fmla="*/ 619760 w 619760"/>
                <a:gd name="csY3" fmla="*/ 50103 h 611568"/>
                <a:gd name="csX4" fmla="*/ 577850 w 619760"/>
                <a:gd name="csY4" fmla="*/ 506368 h 611568"/>
                <a:gd name="csX5" fmla="*/ 516465 w 619760"/>
                <a:gd name="csY5" fmla="*/ 611568 h 611568"/>
                <a:gd name="csX6" fmla="*/ 103295 w 619760"/>
                <a:gd name="csY6" fmla="*/ 611568 h 611568"/>
                <a:gd name="csX7" fmla="*/ 26670 w 619760"/>
                <a:gd name="csY7" fmla="*/ 504463 h 611568"/>
                <a:gd name="csX8" fmla="*/ 0 w 619760"/>
                <a:gd name="csY8" fmla="*/ 50103 h 611568"/>
                <a:gd name="csX0" fmla="*/ 0 w 619760"/>
                <a:gd name="csY0" fmla="*/ 50103 h 611568"/>
                <a:gd name="csX1" fmla="*/ 102359 w 619760"/>
                <a:gd name="csY1" fmla="*/ 297 h 611568"/>
                <a:gd name="csX2" fmla="*/ 519554 w 619760"/>
                <a:gd name="csY2" fmla="*/ 7917 h 611568"/>
                <a:gd name="csX3" fmla="*/ 619760 w 619760"/>
                <a:gd name="csY3" fmla="*/ 50103 h 611568"/>
                <a:gd name="csX4" fmla="*/ 577850 w 619760"/>
                <a:gd name="csY4" fmla="*/ 506368 h 611568"/>
                <a:gd name="csX5" fmla="*/ 516465 w 619760"/>
                <a:gd name="csY5" fmla="*/ 611568 h 611568"/>
                <a:gd name="csX6" fmla="*/ 103295 w 619760"/>
                <a:gd name="csY6" fmla="*/ 611568 h 611568"/>
                <a:gd name="csX7" fmla="*/ 26670 w 619760"/>
                <a:gd name="csY7" fmla="*/ 504463 h 611568"/>
                <a:gd name="csX8" fmla="*/ 0 w 619760"/>
                <a:gd name="csY8" fmla="*/ 50103 h 6115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619760" h="611568">
                  <a:moveTo>
                    <a:pt x="0" y="50103"/>
                  </a:moveTo>
                  <a:cubicBezTo>
                    <a:pt x="0" y="-6945"/>
                    <a:pt x="45311" y="297"/>
                    <a:pt x="102359" y="297"/>
                  </a:cubicBezTo>
                  <a:cubicBezTo>
                    <a:pt x="240082" y="297"/>
                    <a:pt x="381831" y="7917"/>
                    <a:pt x="519554" y="7917"/>
                  </a:cubicBezTo>
                  <a:cubicBezTo>
                    <a:pt x="576602" y="7917"/>
                    <a:pt x="619760" y="-6945"/>
                    <a:pt x="619760" y="50103"/>
                  </a:cubicBezTo>
                  <a:lnTo>
                    <a:pt x="577850" y="506368"/>
                  </a:lnTo>
                  <a:cubicBezTo>
                    <a:pt x="570230" y="563416"/>
                    <a:pt x="573513" y="611568"/>
                    <a:pt x="516465" y="611568"/>
                  </a:cubicBezTo>
                  <a:lnTo>
                    <a:pt x="103295" y="611568"/>
                  </a:lnTo>
                  <a:cubicBezTo>
                    <a:pt x="46247" y="611568"/>
                    <a:pt x="26670" y="561511"/>
                    <a:pt x="26670" y="504463"/>
                  </a:cubicBezTo>
                  <a:lnTo>
                    <a:pt x="0" y="50103"/>
                  </a:ln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0B3A70D1-F065-DBF1-7C74-792E0E438EED}"/>
                </a:ext>
              </a:extLst>
            </p:cNvPr>
            <p:cNvSpPr/>
            <p:nvPr/>
          </p:nvSpPr>
          <p:spPr>
            <a:xfrm>
              <a:off x="2572134" y="3202707"/>
              <a:ext cx="99060" cy="4571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75DBAED-F848-36EA-9ACF-E2D2480D6E5D}"/>
                </a:ext>
              </a:extLst>
            </p:cNvPr>
            <p:cNvSpPr/>
            <p:nvPr/>
          </p:nvSpPr>
          <p:spPr>
            <a:xfrm rot="21079851">
              <a:off x="2380813" y="734291"/>
              <a:ext cx="55880" cy="33020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57086A07-FC94-D5F9-D4EE-F2F9929564FE}"/>
                </a:ext>
              </a:extLst>
            </p:cNvPr>
            <p:cNvSpPr/>
            <p:nvPr/>
          </p:nvSpPr>
          <p:spPr>
            <a:xfrm rot="19235097">
              <a:off x="1868414" y="927109"/>
              <a:ext cx="55880" cy="33020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DC4A5112-A1C1-D82A-BE76-B86065BBE157}"/>
                </a:ext>
              </a:extLst>
            </p:cNvPr>
            <p:cNvSpPr/>
            <p:nvPr/>
          </p:nvSpPr>
          <p:spPr>
            <a:xfrm rot="17143535">
              <a:off x="1524383" y="1393231"/>
              <a:ext cx="55880" cy="33020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9B3DB284-6135-5F48-5620-E95CF40C4AED}"/>
                </a:ext>
              </a:extLst>
            </p:cNvPr>
            <p:cNvSpPr/>
            <p:nvPr/>
          </p:nvSpPr>
          <p:spPr>
            <a:xfrm rot="2404483">
              <a:off x="3437455" y="936311"/>
              <a:ext cx="55880" cy="33020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F54D4CBC-574B-F7B2-2071-0FD35F5E7073}"/>
                </a:ext>
              </a:extLst>
            </p:cNvPr>
            <p:cNvSpPr/>
            <p:nvPr/>
          </p:nvSpPr>
          <p:spPr>
            <a:xfrm rot="920116">
              <a:off x="2964955" y="700547"/>
              <a:ext cx="55880" cy="33020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2B3197EF-D0EB-512D-F498-AD1E8136ED85}"/>
                </a:ext>
              </a:extLst>
            </p:cNvPr>
            <p:cNvSpPr/>
            <p:nvPr/>
          </p:nvSpPr>
          <p:spPr>
            <a:xfrm rot="3729856">
              <a:off x="3758351" y="1321587"/>
              <a:ext cx="55880" cy="33020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05208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2E54D5A-C70E-93B1-C52E-A6F0887DD09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AF6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92D050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1596D62-F0D9-D91C-4947-1871BDD7A566}"/>
              </a:ext>
            </a:extLst>
          </p:cNvPr>
          <p:cNvSpPr/>
          <p:nvPr/>
        </p:nvSpPr>
        <p:spPr>
          <a:xfrm>
            <a:off x="5760720" y="1520868"/>
            <a:ext cx="5895475" cy="1273132"/>
          </a:xfrm>
          <a:prstGeom prst="roundRect">
            <a:avLst>
              <a:gd name="adj" fmla="val 9832"/>
            </a:avLst>
          </a:prstGeom>
          <a:gradFill flip="none" rotWithShape="1">
            <a:gsLst>
              <a:gs pos="100000">
                <a:srgbClr val="FFFF99">
                  <a:alpha val="6000"/>
                </a:srgbClr>
              </a:gs>
              <a:gs pos="0">
                <a:srgbClr val="FFFF4B">
                  <a:alpha val="60000"/>
                </a:srgbClr>
              </a:gs>
              <a:gs pos="0">
                <a:srgbClr val="FFFF4B">
                  <a:alpha val="40000"/>
                </a:srgbClr>
              </a:gs>
            </a:gsLst>
            <a:lin ang="0" scaled="0"/>
            <a:tileRect/>
          </a:gradFill>
          <a:ln w="38100">
            <a:solidFill>
              <a:srgbClr val="FFFF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2DAE6C7-8211-98BD-A924-98892B461ED3}"/>
              </a:ext>
            </a:extLst>
          </p:cNvPr>
          <p:cNvGrpSpPr/>
          <p:nvPr/>
        </p:nvGrpSpPr>
        <p:grpSpPr>
          <a:xfrm>
            <a:off x="10414000" y="1669754"/>
            <a:ext cx="1005840" cy="982006"/>
            <a:chOff x="10414000" y="1669754"/>
            <a:chExt cx="1005840" cy="982006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25B93A4C-047D-B810-312F-32683D1270DC}"/>
                </a:ext>
              </a:extLst>
            </p:cNvPr>
            <p:cNvSpPr/>
            <p:nvPr/>
          </p:nvSpPr>
          <p:spPr>
            <a:xfrm>
              <a:off x="10414000" y="1669754"/>
              <a:ext cx="1005840" cy="982006"/>
            </a:xfrm>
            <a:prstGeom prst="ellipse">
              <a:avLst/>
            </a:prstGeom>
            <a:solidFill>
              <a:srgbClr val="FFFF2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F89852B-4869-9F6F-348F-F87D0817FEE5}"/>
                </a:ext>
              </a:extLst>
            </p:cNvPr>
            <p:cNvSpPr txBox="1"/>
            <p:nvPr/>
          </p:nvSpPr>
          <p:spPr>
            <a:xfrm>
              <a:off x="10586720" y="1834268"/>
              <a:ext cx="6604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33CC33"/>
                  </a:solidFill>
                </a:rPr>
                <a:t>01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81F707B3-B0DC-9E3B-D64F-7FA9C994FB28}"/>
              </a:ext>
            </a:extLst>
          </p:cNvPr>
          <p:cNvSpPr txBox="1"/>
          <p:nvPr/>
        </p:nvSpPr>
        <p:spPr>
          <a:xfrm>
            <a:off x="4846320" y="406400"/>
            <a:ext cx="21132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a-IR" sz="4000" dirty="0"/>
              <a:t>بازار هدف</a:t>
            </a:r>
            <a:endParaRPr lang="en-US" sz="4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76C673-304A-1857-4E45-F6DDD91523AE}"/>
              </a:ext>
            </a:extLst>
          </p:cNvPr>
          <p:cNvSpPr txBox="1"/>
          <p:nvPr/>
        </p:nvSpPr>
        <p:spPr>
          <a:xfrm>
            <a:off x="5902960" y="1972767"/>
            <a:ext cx="4338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a-IR" dirty="0"/>
              <a:t>خانم ها و دخترانی که علاقمند مد و فیشن هستند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8082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AB080-5DA6-34D3-33A9-1AAD3A32E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E78351E-7849-4300-6E0E-3861E771D9B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AF6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92D050"/>
              </a:solidFill>
            </a:endParaRPr>
          </a:p>
        </p:txBody>
      </p: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0E197098-902A-EE92-1044-A8BEA3FA1C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71870793"/>
              </p:ext>
            </p:extLst>
          </p:nvPr>
        </p:nvGraphicFramePr>
        <p:xfrm>
          <a:off x="3946324" y="1306063"/>
          <a:ext cx="4299352" cy="30652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71A8E09-0F47-906E-0ADC-475D6A4EA521}"/>
              </a:ext>
            </a:extLst>
          </p:cNvPr>
          <p:cNvCxnSpPr/>
          <p:nvPr/>
        </p:nvCxnSpPr>
        <p:spPr>
          <a:xfrm flipV="1">
            <a:off x="6435524" y="1064871"/>
            <a:ext cx="289367" cy="544010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62180F8C-3E2F-46B5-A556-CE1C69EC5BB4}"/>
              </a:ext>
            </a:extLst>
          </p:cNvPr>
          <p:cNvSpPr/>
          <p:nvPr/>
        </p:nvSpPr>
        <p:spPr>
          <a:xfrm>
            <a:off x="8079128" y="578734"/>
            <a:ext cx="3634451" cy="2850265"/>
          </a:xfrm>
          <a:prstGeom prst="roundRect">
            <a:avLst>
              <a:gd name="adj" fmla="val 10644"/>
            </a:avLst>
          </a:prstGeom>
          <a:gradFill flip="none" rotWithShape="1">
            <a:gsLst>
              <a:gs pos="100000">
                <a:srgbClr val="92E692">
                  <a:alpha val="0"/>
                </a:srgbClr>
              </a:gs>
              <a:gs pos="0">
                <a:srgbClr val="FFFF4B">
                  <a:alpha val="60000"/>
                </a:srgbClr>
              </a:gs>
              <a:gs pos="0">
                <a:srgbClr val="92E692">
                  <a:alpha val="54000"/>
                </a:srgbClr>
              </a:gs>
            </a:gsLst>
            <a:lin ang="0" scaled="0"/>
            <a:tileRect/>
          </a:gradFill>
          <a:ln w="38100">
            <a:solidFill>
              <a:srgbClr val="92E69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C616F60-D76F-214E-62CC-5FC93BD7445A}"/>
              </a:ext>
            </a:extLst>
          </p:cNvPr>
          <p:cNvCxnSpPr>
            <a:cxnSpLocks/>
          </p:cNvCxnSpPr>
          <p:nvPr/>
        </p:nvCxnSpPr>
        <p:spPr>
          <a:xfrm>
            <a:off x="6712191" y="1077571"/>
            <a:ext cx="1520785" cy="0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4BA18358-F07A-1480-FE94-0E93A7BC26BB}"/>
              </a:ext>
            </a:extLst>
          </p:cNvPr>
          <p:cNvSpPr/>
          <p:nvPr/>
        </p:nvSpPr>
        <p:spPr>
          <a:xfrm>
            <a:off x="8079128" y="3578506"/>
            <a:ext cx="3634451" cy="2850265"/>
          </a:xfrm>
          <a:prstGeom prst="roundRect">
            <a:avLst>
              <a:gd name="adj" fmla="val 10644"/>
            </a:avLst>
          </a:prstGeom>
          <a:gradFill flip="none" rotWithShape="1">
            <a:gsLst>
              <a:gs pos="100000">
                <a:srgbClr val="7030A0">
                  <a:alpha val="6000"/>
                </a:srgbClr>
              </a:gs>
              <a:gs pos="0">
                <a:srgbClr val="FFFF4B">
                  <a:alpha val="60000"/>
                </a:srgbClr>
              </a:gs>
              <a:gs pos="0">
                <a:srgbClr val="7030A0">
                  <a:alpha val="54000"/>
                </a:srgbClr>
              </a:gs>
            </a:gsLst>
            <a:lin ang="0" scaled="0"/>
            <a:tileRect/>
          </a:gradFill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8B28EF26-563E-8CD3-D055-F6B249FD7DFF}"/>
              </a:ext>
            </a:extLst>
          </p:cNvPr>
          <p:cNvCxnSpPr>
            <a:cxnSpLocks/>
          </p:cNvCxnSpPr>
          <p:nvPr/>
        </p:nvCxnSpPr>
        <p:spPr>
          <a:xfrm flipH="1" flipV="1">
            <a:off x="6724891" y="4095482"/>
            <a:ext cx="235448" cy="526803"/>
          </a:xfrm>
          <a:prstGeom prst="line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5C1F070-3709-8BC2-BF40-6A770ED3BD22}"/>
              </a:ext>
            </a:extLst>
          </p:cNvPr>
          <p:cNvCxnSpPr>
            <a:cxnSpLocks/>
          </p:cNvCxnSpPr>
          <p:nvPr/>
        </p:nvCxnSpPr>
        <p:spPr>
          <a:xfrm>
            <a:off x="6960339" y="4622285"/>
            <a:ext cx="1277717" cy="0"/>
          </a:xfrm>
          <a:prstGeom prst="line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00D49037-EC24-3DDB-499C-C8BABBD242CE}"/>
              </a:ext>
            </a:extLst>
          </p:cNvPr>
          <p:cNvSpPr/>
          <p:nvPr/>
        </p:nvSpPr>
        <p:spPr>
          <a:xfrm>
            <a:off x="405113" y="1469986"/>
            <a:ext cx="3634451" cy="3669171"/>
          </a:xfrm>
          <a:prstGeom prst="roundRect">
            <a:avLst>
              <a:gd name="adj" fmla="val 10644"/>
            </a:avLst>
          </a:prstGeom>
          <a:gradFill flip="none" rotWithShape="1">
            <a:gsLst>
              <a:gs pos="100000">
                <a:srgbClr val="00B0F0">
                  <a:alpha val="6000"/>
                </a:srgbClr>
              </a:gs>
              <a:gs pos="0">
                <a:srgbClr val="FFFF4B">
                  <a:alpha val="60000"/>
                </a:srgbClr>
              </a:gs>
              <a:gs pos="0">
                <a:srgbClr val="00B0F0">
                  <a:alpha val="48000"/>
                </a:srgbClr>
              </a:gs>
            </a:gsLst>
            <a:lin ang="0" scaled="0"/>
            <a:tileRect/>
          </a:gradFill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AE63504-2D72-8E17-E5F9-5B36D5419DDB}"/>
              </a:ext>
            </a:extLst>
          </p:cNvPr>
          <p:cNvCxnSpPr>
            <a:cxnSpLocks/>
          </p:cNvCxnSpPr>
          <p:nvPr/>
        </p:nvCxnSpPr>
        <p:spPr>
          <a:xfrm flipH="1" flipV="1">
            <a:off x="4731506" y="2506626"/>
            <a:ext cx="221847" cy="430193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FF04F4E-957C-15A4-FDC0-A3A09831F063}"/>
              </a:ext>
            </a:extLst>
          </p:cNvPr>
          <p:cNvCxnSpPr>
            <a:cxnSpLocks/>
          </p:cNvCxnSpPr>
          <p:nvPr/>
        </p:nvCxnSpPr>
        <p:spPr>
          <a:xfrm flipH="1">
            <a:off x="3908710" y="2511706"/>
            <a:ext cx="836911" cy="0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>
            <a:extLst>
              <a:ext uri="{FF2B5EF4-FFF2-40B4-BE49-F238E27FC236}">
                <a16:creationId xmlns:a16="http://schemas.microsoft.com/office/drawing/2014/main" id="{E0D5F07D-B873-97D2-CC51-D2912C69B8E1}"/>
              </a:ext>
            </a:extLst>
          </p:cNvPr>
          <p:cNvSpPr/>
          <p:nvPr/>
        </p:nvSpPr>
        <p:spPr>
          <a:xfrm>
            <a:off x="4871755" y="2853634"/>
            <a:ext cx="163195" cy="166370"/>
          </a:xfrm>
          <a:prstGeom prst="ellipse">
            <a:avLst/>
          </a:prstGeom>
          <a:solidFill>
            <a:srgbClr val="46B1E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25CB3027-2007-E9D3-894A-9B51BA3CD151}"/>
              </a:ext>
            </a:extLst>
          </p:cNvPr>
          <p:cNvSpPr/>
          <p:nvPr/>
        </p:nvSpPr>
        <p:spPr>
          <a:xfrm>
            <a:off x="3764322" y="2428521"/>
            <a:ext cx="163195" cy="166370"/>
          </a:xfrm>
          <a:prstGeom prst="ellipse">
            <a:avLst/>
          </a:prstGeom>
          <a:solidFill>
            <a:srgbClr val="46B1E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4AE1A2A5-9F05-73F9-119F-E589ACCE8993}"/>
              </a:ext>
            </a:extLst>
          </p:cNvPr>
          <p:cNvSpPr/>
          <p:nvPr/>
        </p:nvSpPr>
        <p:spPr>
          <a:xfrm>
            <a:off x="6341147" y="1559706"/>
            <a:ext cx="163195" cy="166370"/>
          </a:xfrm>
          <a:prstGeom prst="ellipse">
            <a:avLst/>
          </a:prstGeom>
          <a:solidFill>
            <a:srgbClr val="8ED9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C5DB6B07-3465-D364-71E3-F4CC0E788039}"/>
              </a:ext>
            </a:extLst>
          </p:cNvPr>
          <p:cNvSpPr/>
          <p:nvPr/>
        </p:nvSpPr>
        <p:spPr>
          <a:xfrm>
            <a:off x="8218079" y="994386"/>
            <a:ext cx="163195" cy="166370"/>
          </a:xfrm>
          <a:prstGeom prst="ellipse">
            <a:avLst/>
          </a:prstGeom>
          <a:solidFill>
            <a:srgbClr val="8ED9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09458274-7856-6BE5-CB9C-BA8D561A1E7C}"/>
              </a:ext>
            </a:extLst>
          </p:cNvPr>
          <p:cNvSpPr/>
          <p:nvPr/>
        </p:nvSpPr>
        <p:spPr>
          <a:xfrm>
            <a:off x="6643293" y="4000723"/>
            <a:ext cx="163195" cy="166370"/>
          </a:xfrm>
          <a:prstGeom prst="ellipse">
            <a:avLst/>
          </a:prstGeom>
          <a:solidFill>
            <a:srgbClr val="D86E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9D11804C-5219-63AB-CBED-3800B2347AE9}"/>
              </a:ext>
            </a:extLst>
          </p:cNvPr>
          <p:cNvSpPr/>
          <p:nvPr/>
        </p:nvSpPr>
        <p:spPr>
          <a:xfrm>
            <a:off x="8218079" y="4539100"/>
            <a:ext cx="163195" cy="166370"/>
          </a:xfrm>
          <a:prstGeom prst="ellipse">
            <a:avLst/>
          </a:prstGeom>
          <a:solidFill>
            <a:srgbClr val="D86E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3044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11E8B84-5C28-B9D1-252C-5547558FA8A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AF6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92D050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C9E4238-C713-681F-72C6-847C79F24A58}"/>
              </a:ext>
            </a:extLst>
          </p:cNvPr>
          <p:cNvGrpSpPr/>
          <p:nvPr/>
        </p:nvGrpSpPr>
        <p:grpSpPr>
          <a:xfrm>
            <a:off x="8472668" y="2891348"/>
            <a:ext cx="1018573" cy="997545"/>
            <a:chOff x="2546430" y="1435261"/>
            <a:chExt cx="4560426" cy="4421529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558F59E6-5B29-24E1-1450-1969598DC1BB}"/>
                </a:ext>
              </a:extLst>
            </p:cNvPr>
            <p:cNvSpPr/>
            <p:nvPr/>
          </p:nvSpPr>
          <p:spPr>
            <a:xfrm>
              <a:off x="2546430" y="1435261"/>
              <a:ext cx="4560426" cy="4421529"/>
            </a:xfrm>
            <a:prstGeom prst="ellipse">
              <a:avLst/>
            </a:prstGeom>
            <a:solidFill>
              <a:srgbClr val="FFFF6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EBFC1D6-D2A7-D66A-1144-3D2B54009D5D}"/>
                </a:ext>
              </a:extLst>
            </p:cNvPr>
            <p:cNvGrpSpPr/>
            <p:nvPr/>
          </p:nvGrpSpPr>
          <p:grpSpPr>
            <a:xfrm>
              <a:off x="3260468" y="2207026"/>
              <a:ext cx="2368000" cy="2877998"/>
              <a:chOff x="3306188" y="2267783"/>
              <a:chExt cx="2368000" cy="2877998"/>
            </a:xfrm>
          </p:grpSpPr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8FAC558C-4CA6-581E-BAD3-AB5ACD1003B9}"/>
                  </a:ext>
                </a:extLst>
              </p:cNvPr>
              <p:cNvSpPr/>
              <p:nvPr/>
            </p:nvSpPr>
            <p:spPr>
              <a:xfrm rot="18834956">
                <a:off x="3792228" y="3256989"/>
                <a:ext cx="792951" cy="1765031"/>
              </a:xfrm>
              <a:prstGeom prst="roundRect">
                <a:avLst>
                  <a:gd name="adj" fmla="val 50000"/>
                </a:avLst>
              </a:prstGeom>
              <a:solidFill>
                <a:srgbClr val="33CC3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17890C3F-263E-E8FE-48F4-B19CEF60176A}"/>
                  </a:ext>
                </a:extLst>
              </p:cNvPr>
              <p:cNvSpPr/>
              <p:nvPr/>
            </p:nvSpPr>
            <p:spPr>
              <a:xfrm rot="2523389">
                <a:off x="4815802" y="2267783"/>
                <a:ext cx="858386" cy="2877998"/>
              </a:xfrm>
              <a:prstGeom prst="roundRect">
                <a:avLst>
                  <a:gd name="adj" fmla="val 50000"/>
                </a:avLst>
              </a:prstGeom>
              <a:solidFill>
                <a:srgbClr val="33CC3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93C96C1-F397-541C-9309-CB3FE5C657DD}"/>
              </a:ext>
            </a:extLst>
          </p:cNvPr>
          <p:cNvSpPr/>
          <p:nvPr/>
        </p:nvSpPr>
        <p:spPr>
          <a:xfrm>
            <a:off x="5138553" y="2753555"/>
            <a:ext cx="4523875" cy="1273132"/>
          </a:xfrm>
          <a:prstGeom prst="roundRect">
            <a:avLst>
              <a:gd name="adj" fmla="val 9832"/>
            </a:avLst>
          </a:prstGeom>
          <a:gradFill flip="none" rotWithShape="1">
            <a:gsLst>
              <a:gs pos="100000">
                <a:srgbClr val="FFFF99">
                  <a:alpha val="6000"/>
                </a:srgbClr>
              </a:gs>
              <a:gs pos="0">
                <a:srgbClr val="FFFF4B">
                  <a:alpha val="60000"/>
                </a:srgbClr>
              </a:gs>
              <a:gs pos="0">
                <a:srgbClr val="FFFF4B">
                  <a:alpha val="40000"/>
                </a:srgbClr>
              </a:gs>
            </a:gsLst>
            <a:lin ang="0" scaled="0"/>
            <a:tileRect/>
          </a:gradFill>
          <a:ln w="38100">
            <a:solidFill>
              <a:srgbClr val="FFFF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58103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129</Words>
  <Application>Microsoft Office PowerPoint</Application>
  <PresentationFormat>Widescreen</PresentationFormat>
  <Paragraphs>19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Lalezar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 Reza Rezaiee</dc:creator>
  <cp:lastModifiedBy>Ali Reza Rezaiee</cp:lastModifiedBy>
  <cp:revision>10</cp:revision>
  <dcterms:created xsi:type="dcterms:W3CDTF">2026-02-28T14:55:18Z</dcterms:created>
  <dcterms:modified xsi:type="dcterms:W3CDTF">2026-08-31T04:01:42Z</dcterms:modified>
</cp:coreProperties>
</file>