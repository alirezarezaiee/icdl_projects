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4" autoAdjust="0"/>
    <p:restoredTop sz="94660"/>
  </p:normalViewPr>
  <p:slideViewPr>
    <p:cSldViewPr snapToGrid="0">
      <p:cViewPr varScale="1">
        <p:scale>
          <a:sx n="75" d="100"/>
          <a:sy n="75" d="100"/>
        </p:scale>
        <p:origin x="88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20A53-A76F-4A7B-1443-79F013D47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233E44-6137-EFDD-7916-4D1A534049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09EE6-66C3-075E-74CC-E4366FEB7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F2BE-99E3-4965-AFA8-FC1AAFE9D97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00BDE-FF2F-2F4C-105C-C685C7117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D6A76-AFDC-65E8-B96B-C8C757F63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A57C-BB2E-4B56-BC46-1083BFE6D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377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9215E-4D48-22C9-BC72-B72C827D3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C33C3-693D-512A-1B36-B2AFB2268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A7D66-FBC0-E682-FC0A-3161FB450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F2BE-99E3-4965-AFA8-FC1AAFE9D97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BB156-30B3-A9CB-7270-9A6C4CAD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0FE56-425C-710A-192C-39BD86F09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A57C-BB2E-4B56-BC46-1083BFE6D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254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6CA80-CFBB-A6C6-37BA-636CC71B9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34185-063E-52B9-A504-6D037BAF0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EA7FB-3C57-3FF0-9DCA-589DC9B73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F2BE-99E3-4965-AFA8-FC1AAFE9D97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C390C-8AF9-3625-3F02-6ED202C28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681F7-A87F-4A41-67D6-1008C5BC6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A57C-BB2E-4B56-BC46-1083BFE6D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616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74212-ABA6-A20D-4D95-9D33A4E25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ACDB1-C591-4AD3-FC52-6A78C9C177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07888-6DAC-E381-E4A7-D3C821A3F3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DD800-0040-9AC1-A7ED-A7F8B7B25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F2BE-99E3-4965-AFA8-FC1AAFE9D97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0CE76-9F90-CFD8-0B3F-ED8172D4D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20118-9B82-D716-E45E-43B3257F2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A57C-BB2E-4B56-BC46-1083BFE6D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155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140FB-855E-F1EE-074B-6C7A64225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255AF-F8CE-5D27-78A7-5D0C5E10A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AF1E4-C105-9E31-D641-B37BD5827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9DB5F3-B01C-0F7E-764B-1E9DE96F60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58782C-3CAB-BFFD-4EB2-05FAD70124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EA9EDD-BA59-7A8C-25FC-BBCE1CA37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F2BE-99E3-4965-AFA8-FC1AAFE9D97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762136-FBC1-5B0D-9423-42B85F4BC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30ED27-C555-6FE4-3F3A-22DD34A7E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A57C-BB2E-4B56-BC46-1083BFE6D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423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A4C0A-F92B-FA50-87F6-5158627D0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B2D7D8-7129-F8A8-9342-AF5226297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F2BE-99E3-4965-AFA8-FC1AAFE9D97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AEA102-C663-5389-315E-B9A8EB5E9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88CEDB-06A4-3B64-CF6B-C1BDDE6CA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A57C-BB2E-4B56-BC46-1083BFE6D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284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FA112E-E1BE-C383-3839-781C7A9A9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F2BE-99E3-4965-AFA8-FC1AAFE9D97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47F37-8686-F2B4-F87C-1BEE7B4A0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EEF4A-AED7-8C9D-EB4B-F07BB4AC7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A57C-BB2E-4B56-BC46-1083BFE6D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471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53715-2184-3231-F5A1-A19F5AAE9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018E1-F151-64F5-02CE-879EEF61B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C20E39-BDB3-D377-0D3F-1D9F5F34D1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93EC0-99DE-F29C-9A10-18D3D48D1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F2BE-99E3-4965-AFA8-FC1AAFE9D97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F8F69-43DA-2E0D-1993-36FC79C88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C481-55EC-C720-8943-58131FD50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A57C-BB2E-4B56-BC46-1083BFE6D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86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901D6-A59D-3FAA-5841-522DF4290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FEACDA-086B-4627-007C-3FC97FD27D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17678D-AF8F-ACE8-0C59-0324480962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096913-9862-10BE-B8A4-12352F209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F2BE-99E3-4965-AFA8-FC1AAFE9D97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A97AD-8969-59FE-B941-167032B9C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15FDB-D5AA-BFB0-7CD0-2C2E38B1A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A57C-BB2E-4B56-BC46-1083BFE6D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230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A6E20-B849-1C41-6FA2-505B6B325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362975-C927-3C9C-5A4A-11C6FF6274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6C168-5DF4-C452-6CDC-D491B847B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F2BE-99E3-4965-AFA8-FC1AAFE9D97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D35C3-EDE4-4051-6023-ABDC430A6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010C7-4ECF-35A5-BC6E-943A81F24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A57C-BB2E-4B56-BC46-1083BFE6D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532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54DEE9-4F19-AFC6-707E-8362B0D66A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63A24C-69C4-C9C8-358B-A0E5564B9B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BAA55-FA12-D44A-6943-605E2613C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F2BE-99E3-4965-AFA8-FC1AAFE9D97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3139A-B92F-221E-7AC8-5C92E278C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1FC22-CC9B-6901-5B94-EBEC4A241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4A57C-BB2E-4B56-BC46-1083BFE6D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759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BA4708-433C-0EBD-B5F6-779390C54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C0A8E8-4552-7DCA-767A-2A76CABBC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843EC-31AB-EC53-31AD-D4166ACAED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44F2BE-99E3-4965-AFA8-FC1AAFE9D973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38B97-E1CF-AD72-2979-23F59DDF44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4ED25-4C1F-D72F-18F6-609CED9AD0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A4A57C-BB2E-4B56-BC46-1083BFE6D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993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5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3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E2F8666-5EA1-BEB3-A35E-751A947F9B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59" r="14792"/>
          <a:stretch>
            <a:fillRect/>
          </a:stretch>
        </p:blipFill>
        <p:spPr>
          <a:xfrm>
            <a:off x="8985205" y="2258825"/>
            <a:ext cx="2083073" cy="2083073"/>
          </a:xfrm>
          <a:prstGeom prst="ellipse">
            <a:avLst/>
          </a:prstGeom>
          <a:effectLst>
            <a:glow rad="101600">
              <a:schemeClr val="bg1">
                <a:lumMod val="85000"/>
                <a:alpha val="6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3D31D9-0046-6386-5E23-BA9B50A7D3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67" r="26267"/>
          <a:stretch>
            <a:fillRect/>
          </a:stretch>
        </p:blipFill>
        <p:spPr>
          <a:xfrm>
            <a:off x="879676" y="2258825"/>
            <a:ext cx="2022843" cy="2022843"/>
          </a:xfrm>
          <a:prstGeom prst="ellipse">
            <a:avLst/>
          </a:prstGeom>
          <a:effectLst>
            <a:glow rad="101600">
              <a:schemeClr val="bg1">
                <a:lumMod val="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183951-A993-51C6-F81A-B96EF5D1DAE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65" r="23265"/>
          <a:stretch>
            <a:fillRect/>
          </a:stretch>
        </p:blipFill>
        <p:spPr>
          <a:xfrm>
            <a:off x="2172362" y="1683563"/>
            <a:ext cx="3173368" cy="3173368"/>
          </a:xfrm>
          <a:prstGeom prst="ellipse">
            <a:avLst/>
          </a:prstGeom>
          <a:effectLst>
            <a:glow rad="101600">
              <a:schemeClr val="bg1">
                <a:lumMod val="8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10E75D-06D3-5CE9-240C-09C074B574B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4" r="16304"/>
          <a:stretch>
            <a:fillRect/>
          </a:stretch>
        </p:blipFill>
        <p:spPr>
          <a:xfrm>
            <a:off x="6846271" y="1683565"/>
            <a:ext cx="3173366" cy="3173366"/>
          </a:xfrm>
          <a:prstGeom prst="ellipse">
            <a:avLst/>
          </a:prstGeom>
          <a:effectLst>
            <a:glow rad="101600">
              <a:schemeClr val="bg1">
                <a:lumMod val="6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D8C172-BAD4-F362-F20B-97B05E91821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>
          <a:xfrm>
            <a:off x="4212602" y="1400537"/>
            <a:ext cx="3773900" cy="3773900"/>
          </a:xfrm>
          <a:prstGeom prst="ellipse">
            <a:avLst/>
          </a:prstGeom>
          <a:effectLst>
            <a:glow rad="101600">
              <a:schemeClr val="bg1">
                <a:lumMod val="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778D627-D4EC-06EC-52CC-5D906180B603}"/>
              </a:ext>
            </a:extLst>
          </p:cNvPr>
          <p:cNvSpPr txBox="1"/>
          <p:nvPr/>
        </p:nvSpPr>
        <p:spPr>
          <a:xfrm>
            <a:off x="5345730" y="599440"/>
            <a:ext cx="159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5F6B71-0978-ECD7-6B1C-005AA84C2B52}"/>
              </a:ext>
            </a:extLst>
          </p:cNvPr>
          <p:cNvSpPr txBox="1"/>
          <p:nvPr/>
        </p:nvSpPr>
        <p:spPr>
          <a:xfrm>
            <a:off x="3130850" y="1065257"/>
            <a:ext cx="159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F9D0AC-7F77-552E-CA20-4FCC5282442E}"/>
              </a:ext>
            </a:extLst>
          </p:cNvPr>
          <p:cNvSpPr txBox="1"/>
          <p:nvPr/>
        </p:nvSpPr>
        <p:spPr>
          <a:xfrm>
            <a:off x="7703035" y="1005079"/>
            <a:ext cx="159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F3B4A7-E5E3-9D83-E69C-ADED3425BEB0}"/>
              </a:ext>
            </a:extLst>
          </p:cNvPr>
          <p:cNvSpPr txBox="1"/>
          <p:nvPr/>
        </p:nvSpPr>
        <p:spPr>
          <a:xfrm>
            <a:off x="9474728" y="1434589"/>
            <a:ext cx="159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8CEC65-AF0B-B1CB-F6C3-123F8E37175B}"/>
              </a:ext>
            </a:extLst>
          </p:cNvPr>
          <p:cNvSpPr txBox="1"/>
          <p:nvPr/>
        </p:nvSpPr>
        <p:spPr>
          <a:xfrm>
            <a:off x="1130826" y="1634955"/>
            <a:ext cx="159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36400A-C9D6-2281-BEDD-59E2058C1583}"/>
              </a:ext>
            </a:extLst>
          </p:cNvPr>
          <p:cNvSpPr/>
          <p:nvPr/>
        </p:nvSpPr>
        <p:spPr>
          <a:xfrm>
            <a:off x="4800922" y="5919210"/>
            <a:ext cx="404368" cy="9956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D7A62EA-4B3D-E3D5-3918-8489F4324303}"/>
              </a:ext>
            </a:extLst>
          </p:cNvPr>
          <p:cNvSpPr/>
          <p:nvPr/>
        </p:nvSpPr>
        <p:spPr>
          <a:xfrm>
            <a:off x="5844055" y="5922766"/>
            <a:ext cx="404368" cy="9956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992944-233D-3018-BA63-6BD702EEBD1E}"/>
              </a:ext>
            </a:extLst>
          </p:cNvPr>
          <p:cNvSpPr/>
          <p:nvPr/>
        </p:nvSpPr>
        <p:spPr>
          <a:xfrm>
            <a:off x="6385605" y="5901944"/>
            <a:ext cx="404368" cy="9956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4A2BBA4-3907-3802-966B-948EEAF773C2}"/>
              </a:ext>
            </a:extLst>
          </p:cNvPr>
          <p:cNvSpPr/>
          <p:nvPr/>
        </p:nvSpPr>
        <p:spPr>
          <a:xfrm>
            <a:off x="6892775" y="5908034"/>
            <a:ext cx="404368" cy="9956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C16DEC-72C2-0645-8C72-7B9A24803907}"/>
              </a:ext>
            </a:extLst>
          </p:cNvPr>
          <p:cNvSpPr/>
          <p:nvPr/>
        </p:nvSpPr>
        <p:spPr>
          <a:xfrm>
            <a:off x="5302504" y="5922766"/>
            <a:ext cx="404368" cy="9956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2184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105C8-3B01-37BC-DA05-EA63E4B13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DF45DCF-D75C-6A0C-0821-09936030C5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67" r="26267"/>
          <a:stretch>
            <a:fillRect/>
          </a:stretch>
        </p:blipFill>
        <p:spPr>
          <a:xfrm>
            <a:off x="9189175" y="2284511"/>
            <a:ext cx="1854829" cy="1854829"/>
          </a:xfrm>
          <a:prstGeom prst="ellipse">
            <a:avLst/>
          </a:prstGeom>
          <a:effectLst>
            <a:glow rad="101600">
              <a:schemeClr val="bg1">
                <a:lumMod val="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4DE49F1-52EA-AD56-824C-1D144EDDBB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59" r="14792"/>
          <a:stretch>
            <a:fillRect/>
          </a:stretch>
        </p:blipFill>
        <p:spPr>
          <a:xfrm>
            <a:off x="6733310" y="1520286"/>
            <a:ext cx="3383280" cy="3383280"/>
          </a:xfrm>
          <a:prstGeom prst="ellipse">
            <a:avLst/>
          </a:prstGeom>
          <a:effectLst>
            <a:glow rad="101600">
              <a:schemeClr val="bg1">
                <a:lumMod val="85000"/>
                <a:alpha val="6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908E90-5CAB-E515-3FF7-399BB3BA913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65" r="23265"/>
          <a:stretch>
            <a:fillRect/>
          </a:stretch>
        </p:blipFill>
        <p:spPr>
          <a:xfrm>
            <a:off x="1362338" y="2312187"/>
            <a:ext cx="1835973" cy="1835973"/>
          </a:xfrm>
          <a:prstGeom prst="ellipse">
            <a:avLst/>
          </a:prstGeom>
          <a:effectLst>
            <a:glow rad="101600">
              <a:schemeClr val="bg1">
                <a:lumMod val="8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B0C040-03C3-B04D-D095-9387CC2FA55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>
          <a:xfrm>
            <a:off x="2398342" y="1470434"/>
            <a:ext cx="3383280" cy="3383280"/>
          </a:xfrm>
          <a:prstGeom prst="ellipse">
            <a:avLst/>
          </a:prstGeom>
          <a:effectLst>
            <a:glow rad="101600">
              <a:schemeClr val="bg1">
                <a:lumMod val="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CAA525-50BD-C033-A707-2CF41323AF3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4" r="16304"/>
          <a:stretch>
            <a:fillRect/>
          </a:stretch>
        </p:blipFill>
        <p:spPr>
          <a:xfrm>
            <a:off x="4340924" y="1305402"/>
            <a:ext cx="3813048" cy="3813048"/>
          </a:xfrm>
          <a:prstGeom prst="ellipse">
            <a:avLst/>
          </a:prstGeom>
          <a:effectLst>
            <a:glow rad="101600">
              <a:schemeClr val="bg1">
                <a:lumMod val="6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846CA61-4F3B-88E5-6E35-97D29F2F4D7D}"/>
              </a:ext>
            </a:extLst>
          </p:cNvPr>
          <p:cNvSpPr txBox="1"/>
          <p:nvPr/>
        </p:nvSpPr>
        <p:spPr>
          <a:xfrm>
            <a:off x="5345730" y="599440"/>
            <a:ext cx="159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C1B8D2-9902-AA21-1D18-9D67936F4F60}"/>
              </a:ext>
            </a:extLst>
          </p:cNvPr>
          <p:cNvSpPr txBox="1"/>
          <p:nvPr/>
        </p:nvSpPr>
        <p:spPr>
          <a:xfrm>
            <a:off x="3130850" y="1065257"/>
            <a:ext cx="159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D0425A-BE64-999A-75F4-CB618671B987}"/>
              </a:ext>
            </a:extLst>
          </p:cNvPr>
          <p:cNvSpPr txBox="1"/>
          <p:nvPr/>
        </p:nvSpPr>
        <p:spPr>
          <a:xfrm>
            <a:off x="7703035" y="1005079"/>
            <a:ext cx="159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C331B4-A758-EFDD-37B9-78FDFD9789D2}"/>
              </a:ext>
            </a:extLst>
          </p:cNvPr>
          <p:cNvSpPr txBox="1"/>
          <p:nvPr/>
        </p:nvSpPr>
        <p:spPr>
          <a:xfrm>
            <a:off x="9474728" y="1434589"/>
            <a:ext cx="159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E12C72-607E-FCDF-AF6D-B4322585150A}"/>
              </a:ext>
            </a:extLst>
          </p:cNvPr>
          <p:cNvSpPr txBox="1"/>
          <p:nvPr/>
        </p:nvSpPr>
        <p:spPr>
          <a:xfrm>
            <a:off x="1130826" y="1634955"/>
            <a:ext cx="159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8BB13-69C1-93C2-F1A7-853FE5B85A2C}"/>
              </a:ext>
            </a:extLst>
          </p:cNvPr>
          <p:cNvSpPr/>
          <p:nvPr/>
        </p:nvSpPr>
        <p:spPr>
          <a:xfrm>
            <a:off x="4800922" y="5919210"/>
            <a:ext cx="404368" cy="9956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5FD4D3-8607-08F3-7EC8-4AEBCEE1557B}"/>
              </a:ext>
            </a:extLst>
          </p:cNvPr>
          <p:cNvSpPr/>
          <p:nvPr/>
        </p:nvSpPr>
        <p:spPr>
          <a:xfrm>
            <a:off x="6391192" y="5928354"/>
            <a:ext cx="404368" cy="9956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36A4D8D-B967-6A3E-E00B-255FCD6E0285}"/>
              </a:ext>
            </a:extLst>
          </p:cNvPr>
          <p:cNvSpPr/>
          <p:nvPr/>
        </p:nvSpPr>
        <p:spPr>
          <a:xfrm>
            <a:off x="5846848" y="5925300"/>
            <a:ext cx="404368" cy="9956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E09748-84C8-C586-F4A7-35FCD399A203}"/>
              </a:ext>
            </a:extLst>
          </p:cNvPr>
          <p:cNvSpPr/>
          <p:nvPr/>
        </p:nvSpPr>
        <p:spPr>
          <a:xfrm>
            <a:off x="6892775" y="5908034"/>
            <a:ext cx="404368" cy="9956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1E1F58D-F5BC-D7FA-95A7-AD9461C1E51A}"/>
              </a:ext>
            </a:extLst>
          </p:cNvPr>
          <p:cNvSpPr/>
          <p:nvPr/>
        </p:nvSpPr>
        <p:spPr>
          <a:xfrm>
            <a:off x="5302504" y="5922766"/>
            <a:ext cx="404368" cy="9956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934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17A4A-E4EB-4EEB-A967-9719B6DBA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EB9EDE5-D0A9-B511-959D-0F0D336E2CA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>
          <a:xfrm>
            <a:off x="1037764" y="2157918"/>
            <a:ext cx="2027665" cy="2027665"/>
          </a:xfrm>
          <a:prstGeom prst="ellipse">
            <a:avLst/>
          </a:prstGeom>
          <a:effectLst>
            <a:glow rad="101600">
              <a:schemeClr val="bg1">
                <a:lumMod val="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88C81B-CD6A-D90E-CF08-F66C2A15A0B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65" r="23265"/>
          <a:stretch>
            <a:fillRect/>
          </a:stretch>
        </p:blipFill>
        <p:spPr>
          <a:xfrm>
            <a:off x="9232305" y="2151381"/>
            <a:ext cx="1835973" cy="1835973"/>
          </a:xfrm>
          <a:prstGeom prst="ellipse">
            <a:avLst/>
          </a:prstGeom>
          <a:effectLst>
            <a:glow rad="101600">
              <a:schemeClr val="bg1">
                <a:lumMod val="8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79D229-A329-BB92-585C-202A110ED32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67" r="26267"/>
          <a:stretch>
            <a:fillRect/>
          </a:stretch>
        </p:blipFill>
        <p:spPr>
          <a:xfrm>
            <a:off x="6649400" y="1559077"/>
            <a:ext cx="3141741" cy="3141741"/>
          </a:xfrm>
          <a:prstGeom prst="ellipse">
            <a:avLst/>
          </a:prstGeom>
          <a:effectLst>
            <a:glow rad="101600">
              <a:schemeClr val="bg1">
                <a:lumMod val="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B2CED8-0E89-C7A6-016C-168F338BE09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4" r="16304"/>
          <a:stretch>
            <a:fillRect/>
          </a:stretch>
        </p:blipFill>
        <p:spPr>
          <a:xfrm>
            <a:off x="2129138" y="1585068"/>
            <a:ext cx="3173366" cy="3173366"/>
          </a:xfrm>
          <a:prstGeom prst="ellipse">
            <a:avLst/>
          </a:prstGeom>
          <a:effectLst>
            <a:glow rad="101600">
              <a:schemeClr val="bg1">
                <a:lumMod val="6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4B2F01B-A7F7-9016-0819-A1A785941F5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59" r="14792"/>
          <a:stretch>
            <a:fillRect/>
          </a:stretch>
        </p:blipFill>
        <p:spPr>
          <a:xfrm>
            <a:off x="4057053" y="1249923"/>
            <a:ext cx="3728632" cy="3728632"/>
          </a:xfrm>
          <a:prstGeom prst="ellipse">
            <a:avLst/>
          </a:prstGeom>
          <a:effectLst>
            <a:glow rad="101600">
              <a:schemeClr val="bg1">
                <a:lumMod val="85000"/>
                <a:alpha val="6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BCC0E11-001C-6F46-7372-8023D105669D}"/>
              </a:ext>
            </a:extLst>
          </p:cNvPr>
          <p:cNvSpPr txBox="1"/>
          <p:nvPr/>
        </p:nvSpPr>
        <p:spPr>
          <a:xfrm>
            <a:off x="5345730" y="599440"/>
            <a:ext cx="159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D05565-5A59-0F0C-7442-78F2151D0368}"/>
              </a:ext>
            </a:extLst>
          </p:cNvPr>
          <p:cNvSpPr txBox="1"/>
          <p:nvPr/>
        </p:nvSpPr>
        <p:spPr>
          <a:xfrm>
            <a:off x="3130850" y="1065257"/>
            <a:ext cx="159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EAF7B6-57CD-B007-387B-9F9B742114DA}"/>
              </a:ext>
            </a:extLst>
          </p:cNvPr>
          <p:cNvSpPr txBox="1"/>
          <p:nvPr/>
        </p:nvSpPr>
        <p:spPr>
          <a:xfrm>
            <a:off x="7703035" y="1005079"/>
            <a:ext cx="159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F43443-5F6B-0F42-7565-1052057E3823}"/>
              </a:ext>
            </a:extLst>
          </p:cNvPr>
          <p:cNvSpPr txBox="1"/>
          <p:nvPr/>
        </p:nvSpPr>
        <p:spPr>
          <a:xfrm>
            <a:off x="9474728" y="1434589"/>
            <a:ext cx="159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A19B9C-3891-E424-4A9E-57C61E71571F}"/>
              </a:ext>
            </a:extLst>
          </p:cNvPr>
          <p:cNvSpPr txBox="1"/>
          <p:nvPr/>
        </p:nvSpPr>
        <p:spPr>
          <a:xfrm>
            <a:off x="1130826" y="1634955"/>
            <a:ext cx="159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1B2F8A-7FD4-569C-82A2-FE0B5010236D}"/>
              </a:ext>
            </a:extLst>
          </p:cNvPr>
          <p:cNvSpPr/>
          <p:nvPr/>
        </p:nvSpPr>
        <p:spPr>
          <a:xfrm>
            <a:off x="4800922" y="5919210"/>
            <a:ext cx="404368" cy="9956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68AD61-8C6B-70E6-7FE3-BFC0C4A0C8C8}"/>
              </a:ext>
            </a:extLst>
          </p:cNvPr>
          <p:cNvSpPr/>
          <p:nvPr/>
        </p:nvSpPr>
        <p:spPr>
          <a:xfrm>
            <a:off x="6935536" y="5919210"/>
            <a:ext cx="404368" cy="9956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01AE9B0-5F2B-768A-9C97-F2054301ADE9}"/>
              </a:ext>
            </a:extLst>
          </p:cNvPr>
          <p:cNvSpPr/>
          <p:nvPr/>
        </p:nvSpPr>
        <p:spPr>
          <a:xfrm>
            <a:off x="5846848" y="5925300"/>
            <a:ext cx="404368" cy="9956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1AEC5D-9BA3-52FB-3346-00CDC2CED120}"/>
              </a:ext>
            </a:extLst>
          </p:cNvPr>
          <p:cNvSpPr/>
          <p:nvPr/>
        </p:nvSpPr>
        <p:spPr>
          <a:xfrm>
            <a:off x="6391192" y="5919210"/>
            <a:ext cx="404368" cy="9956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8836D08-F540-FBCA-F565-2183F3770527}"/>
              </a:ext>
            </a:extLst>
          </p:cNvPr>
          <p:cNvSpPr/>
          <p:nvPr/>
        </p:nvSpPr>
        <p:spPr>
          <a:xfrm>
            <a:off x="5302504" y="5922766"/>
            <a:ext cx="404368" cy="9956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062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83DBA-D189-8CC0-AE17-643FF7B81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6229D61-A8DC-FC7D-29EB-FEA4D8DC37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4" r="16304"/>
          <a:stretch>
            <a:fillRect/>
          </a:stretch>
        </p:blipFill>
        <p:spPr>
          <a:xfrm>
            <a:off x="963558" y="2338989"/>
            <a:ext cx="1896380" cy="1896380"/>
          </a:xfrm>
          <a:prstGeom prst="ellipse">
            <a:avLst/>
          </a:prstGeom>
          <a:effectLst>
            <a:glow rad="101600">
              <a:schemeClr val="bg1">
                <a:lumMod val="6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C28032-3C8B-728D-6247-799100AE9EC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59" r="14792"/>
          <a:stretch>
            <a:fillRect/>
          </a:stretch>
        </p:blipFill>
        <p:spPr>
          <a:xfrm>
            <a:off x="2178699" y="1879366"/>
            <a:ext cx="2853509" cy="2853509"/>
          </a:xfrm>
          <a:prstGeom prst="ellipse">
            <a:avLst/>
          </a:prstGeom>
          <a:effectLst>
            <a:glow rad="101600">
              <a:schemeClr val="bg1">
                <a:lumMod val="85000"/>
                <a:alpha val="6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AC1CAE-74D9-76F7-68C6-BC156AC9D3F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>
          <a:xfrm>
            <a:off x="8941612" y="2207883"/>
            <a:ext cx="1900148" cy="1900148"/>
          </a:xfrm>
          <a:prstGeom prst="ellipse">
            <a:avLst/>
          </a:prstGeom>
          <a:effectLst>
            <a:glow rad="101600">
              <a:schemeClr val="bg1">
                <a:lumMod val="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704110-9748-DFE3-08BF-89A24EA68A7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65" r="23265"/>
          <a:stretch>
            <a:fillRect/>
          </a:stretch>
        </p:blipFill>
        <p:spPr>
          <a:xfrm>
            <a:off x="6758766" y="1731203"/>
            <a:ext cx="2853508" cy="2853508"/>
          </a:xfrm>
          <a:prstGeom prst="ellipse">
            <a:avLst/>
          </a:prstGeom>
          <a:effectLst>
            <a:glow rad="101600">
              <a:schemeClr val="bg1">
                <a:lumMod val="8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ACC6DD-900F-6F48-28B0-8CD3E1B0E4E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67" r="26267"/>
          <a:stretch>
            <a:fillRect/>
          </a:stretch>
        </p:blipFill>
        <p:spPr>
          <a:xfrm>
            <a:off x="4011928" y="1399959"/>
            <a:ext cx="3777694" cy="3777694"/>
          </a:xfrm>
          <a:prstGeom prst="ellipse">
            <a:avLst/>
          </a:prstGeom>
          <a:effectLst>
            <a:glow rad="101600">
              <a:schemeClr val="bg1">
                <a:lumMod val="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B02DD23-F096-EDD1-1FC1-3EB0252B6032}"/>
              </a:ext>
            </a:extLst>
          </p:cNvPr>
          <p:cNvSpPr txBox="1"/>
          <p:nvPr/>
        </p:nvSpPr>
        <p:spPr>
          <a:xfrm>
            <a:off x="5345730" y="599440"/>
            <a:ext cx="159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7FF1D2-7328-948C-9559-378BAB1CCBBC}"/>
              </a:ext>
            </a:extLst>
          </p:cNvPr>
          <p:cNvSpPr txBox="1"/>
          <p:nvPr/>
        </p:nvSpPr>
        <p:spPr>
          <a:xfrm>
            <a:off x="3130850" y="1065257"/>
            <a:ext cx="159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9F0FB4-74AF-AA54-6C2D-EF3CCAB6D0BA}"/>
              </a:ext>
            </a:extLst>
          </p:cNvPr>
          <p:cNvSpPr txBox="1"/>
          <p:nvPr/>
        </p:nvSpPr>
        <p:spPr>
          <a:xfrm>
            <a:off x="7703035" y="1005079"/>
            <a:ext cx="159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2CA0AA-B937-B1C2-5525-AF989786F7EE}"/>
              </a:ext>
            </a:extLst>
          </p:cNvPr>
          <p:cNvSpPr txBox="1"/>
          <p:nvPr/>
        </p:nvSpPr>
        <p:spPr>
          <a:xfrm>
            <a:off x="9474728" y="1434589"/>
            <a:ext cx="159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075BCD-F8A4-1442-31A8-E64B77D2F192}"/>
              </a:ext>
            </a:extLst>
          </p:cNvPr>
          <p:cNvSpPr txBox="1"/>
          <p:nvPr/>
        </p:nvSpPr>
        <p:spPr>
          <a:xfrm>
            <a:off x="1130826" y="1634955"/>
            <a:ext cx="159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197202-E42B-020D-8210-0B2EFC8E0DF5}"/>
              </a:ext>
            </a:extLst>
          </p:cNvPr>
          <p:cNvSpPr/>
          <p:nvPr/>
        </p:nvSpPr>
        <p:spPr>
          <a:xfrm>
            <a:off x="6935536" y="5919210"/>
            <a:ext cx="404368" cy="9956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B28A1A-DEC3-C45D-1042-2F66BBDE008F}"/>
              </a:ext>
            </a:extLst>
          </p:cNvPr>
          <p:cNvSpPr/>
          <p:nvPr/>
        </p:nvSpPr>
        <p:spPr>
          <a:xfrm>
            <a:off x="4758160" y="5919210"/>
            <a:ext cx="404368" cy="9956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F65A18-B7E2-C0E4-3B1C-7D8B13B1730F}"/>
              </a:ext>
            </a:extLst>
          </p:cNvPr>
          <p:cNvSpPr/>
          <p:nvPr/>
        </p:nvSpPr>
        <p:spPr>
          <a:xfrm>
            <a:off x="5846848" y="5925300"/>
            <a:ext cx="404368" cy="9956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8A09D8-A67E-FFAB-7629-6E065073DACA}"/>
              </a:ext>
            </a:extLst>
          </p:cNvPr>
          <p:cNvSpPr/>
          <p:nvPr/>
        </p:nvSpPr>
        <p:spPr>
          <a:xfrm>
            <a:off x="6391192" y="5919210"/>
            <a:ext cx="404368" cy="9956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0B21B35-1862-83E8-570D-53218429684A}"/>
              </a:ext>
            </a:extLst>
          </p:cNvPr>
          <p:cNvSpPr/>
          <p:nvPr/>
        </p:nvSpPr>
        <p:spPr>
          <a:xfrm>
            <a:off x="5302504" y="5922766"/>
            <a:ext cx="404368" cy="9956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716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E8E89-C3E6-86BF-5ECD-5D3F3E1D0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770CD28-EE06-9861-1807-2FD336B422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59" r="14792"/>
          <a:stretch>
            <a:fillRect/>
          </a:stretch>
        </p:blipFill>
        <p:spPr>
          <a:xfrm>
            <a:off x="848832" y="2418228"/>
            <a:ext cx="2212815" cy="2212815"/>
          </a:xfrm>
          <a:prstGeom prst="ellipse">
            <a:avLst/>
          </a:prstGeom>
          <a:effectLst>
            <a:glow rad="101600">
              <a:schemeClr val="bg1">
                <a:lumMod val="85000"/>
                <a:alpha val="6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A6C8FC-2D0E-36CD-FB2D-FB8C961E69B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67" r="26267"/>
          <a:stretch>
            <a:fillRect/>
          </a:stretch>
        </p:blipFill>
        <p:spPr>
          <a:xfrm>
            <a:off x="2301224" y="2004287"/>
            <a:ext cx="3001280" cy="3001280"/>
          </a:xfrm>
          <a:prstGeom prst="ellipse">
            <a:avLst/>
          </a:prstGeom>
          <a:effectLst>
            <a:glow rad="101600">
              <a:schemeClr val="bg1">
                <a:lumMod val="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5C76BA-0472-0209-1FB6-D7A7AD3F358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4" r="16304"/>
          <a:stretch>
            <a:fillRect/>
          </a:stretch>
        </p:blipFill>
        <p:spPr>
          <a:xfrm>
            <a:off x="8928998" y="2276113"/>
            <a:ext cx="1896380" cy="1896380"/>
          </a:xfrm>
          <a:prstGeom prst="ellipse">
            <a:avLst/>
          </a:prstGeom>
          <a:effectLst>
            <a:glow rad="101600">
              <a:schemeClr val="bg1">
                <a:lumMod val="6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6C0B57-62F5-8333-2104-CBE9C712007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>
          <a:xfrm>
            <a:off x="6795560" y="1959678"/>
            <a:ext cx="2693691" cy="2693691"/>
          </a:xfrm>
          <a:prstGeom prst="ellipse">
            <a:avLst/>
          </a:prstGeom>
          <a:effectLst>
            <a:glow rad="101600">
              <a:schemeClr val="bg1">
                <a:lumMod val="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FF4F1D-7872-71A6-8308-4B2CA2F6B6C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65" r="23265"/>
          <a:stretch>
            <a:fillRect/>
          </a:stretch>
        </p:blipFill>
        <p:spPr>
          <a:xfrm>
            <a:off x="4306285" y="1590346"/>
            <a:ext cx="3543903" cy="3543903"/>
          </a:xfrm>
          <a:prstGeom prst="ellipse">
            <a:avLst/>
          </a:prstGeom>
          <a:effectLst>
            <a:glow rad="101600">
              <a:schemeClr val="bg1">
                <a:lumMod val="8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67F4FC3-C932-8C22-D321-F8C7BDA87B2E}"/>
              </a:ext>
            </a:extLst>
          </p:cNvPr>
          <p:cNvSpPr txBox="1"/>
          <p:nvPr/>
        </p:nvSpPr>
        <p:spPr>
          <a:xfrm>
            <a:off x="5345730" y="599440"/>
            <a:ext cx="159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C4B00A-E95E-4625-AC00-73ABC2373164}"/>
              </a:ext>
            </a:extLst>
          </p:cNvPr>
          <p:cNvSpPr txBox="1"/>
          <p:nvPr/>
        </p:nvSpPr>
        <p:spPr>
          <a:xfrm>
            <a:off x="3130850" y="1065257"/>
            <a:ext cx="159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22785C-A485-E6A0-C76C-D54E3197263A}"/>
              </a:ext>
            </a:extLst>
          </p:cNvPr>
          <p:cNvSpPr txBox="1"/>
          <p:nvPr/>
        </p:nvSpPr>
        <p:spPr>
          <a:xfrm>
            <a:off x="7703035" y="1005079"/>
            <a:ext cx="159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B34F9B-C1B0-C449-0ABB-914684C920D7}"/>
              </a:ext>
            </a:extLst>
          </p:cNvPr>
          <p:cNvSpPr txBox="1"/>
          <p:nvPr/>
        </p:nvSpPr>
        <p:spPr>
          <a:xfrm>
            <a:off x="9474728" y="1434589"/>
            <a:ext cx="159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1AD4A0-A2F0-2889-E974-FB860187AF14}"/>
              </a:ext>
            </a:extLst>
          </p:cNvPr>
          <p:cNvSpPr txBox="1"/>
          <p:nvPr/>
        </p:nvSpPr>
        <p:spPr>
          <a:xfrm>
            <a:off x="1130826" y="1634955"/>
            <a:ext cx="159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Picture 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57379E-6C3B-D29F-5C28-6F8EF84A12DE}"/>
              </a:ext>
            </a:extLst>
          </p:cNvPr>
          <p:cNvSpPr/>
          <p:nvPr/>
        </p:nvSpPr>
        <p:spPr>
          <a:xfrm>
            <a:off x="6935536" y="5919210"/>
            <a:ext cx="404368" cy="9956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5B43C1-6855-26AA-BE9B-23752A4CE138}"/>
              </a:ext>
            </a:extLst>
          </p:cNvPr>
          <p:cNvSpPr/>
          <p:nvPr/>
        </p:nvSpPr>
        <p:spPr>
          <a:xfrm>
            <a:off x="5304074" y="5919210"/>
            <a:ext cx="404368" cy="9956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F2A9F0-DAC1-82FA-7DD5-6F1B46B45056}"/>
              </a:ext>
            </a:extLst>
          </p:cNvPr>
          <p:cNvSpPr/>
          <p:nvPr/>
        </p:nvSpPr>
        <p:spPr>
          <a:xfrm>
            <a:off x="5846848" y="5925300"/>
            <a:ext cx="404368" cy="9956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3007967-1C8B-A92E-926B-A67BC0068320}"/>
              </a:ext>
            </a:extLst>
          </p:cNvPr>
          <p:cNvSpPr/>
          <p:nvPr/>
        </p:nvSpPr>
        <p:spPr>
          <a:xfrm>
            <a:off x="6391192" y="5919210"/>
            <a:ext cx="404368" cy="9956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52BDDB-271B-B6D8-9554-DD7F969AEB54}"/>
              </a:ext>
            </a:extLst>
          </p:cNvPr>
          <p:cNvSpPr/>
          <p:nvPr/>
        </p:nvSpPr>
        <p:spPr>
          <a:xfrm>
            <a:off x="4760515" y="5919210"/>
            <a:ext cx="404368" cy="9956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124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50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Reza Rezaiee</dc:creator>
  <cp:lastModifiedBy>Ali Reza Rezaiee</cp:lastModifiedBy>
  <cp:revision>2</cp:revision>
  <dcterms:created xsi:type="dcterms:W3CDTF">2026-04-21T03:44:40Z</dcterms:created>
  <dcterms:modified xsi:type="dcterms:W3CDTF">2026-04-22T03:08:11Z</dcterms:modified>
</cp:coreProperties>
</file>