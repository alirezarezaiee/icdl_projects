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C7CC3-CA56-24C3-45BB-E2FE5FFF7F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F4DFDB-EC46-68C3-F9A8-1D6F3366E2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9B4C4B-11E3-4A87-CD80-382F9ABF458D}"/>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5" name="Footer Placeholder 4">
            <a:extLst>
              <a:ext uri="{FF2B5EF4-FFF2-40B4-BE49-F238E27FC236}">
                <a16:creationId xmlns:a16="http://schemas.microsoft.com/office/drawing/2014/main" id="{0C90D270-5F51-201C-D14C-8E4C0AAA0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FD18C1-CB2A-F6D2-65FA-915AA54C57AE}"/>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1676278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1314-CF37-D502-903C-49C4161915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BB1A16-7D23-56C5-200D-68EDEF4096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10841D-8774-2691-76E2-11B96A4EA46B}"/>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5" name="Footer Placeholder 4">
            <a:extLst>
              <a:ext uri="{FF2B5EF4-FFF2-40B4-BE49-F238E27FC236}">
                <a16:creationId xmlns:a16="http://schemas.microsoft.com/office/drawing/2014/main" id="{BF10749C-E19F-28EE-53DA-ECB9033D3F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0B1E0-3FC7-D6B2-8BC5-D547F6B60FCB}"/>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3291008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CB88-3DC9-576C-2142-D931799725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4C77B-761A-A017-B7C5-F1796323E4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579B21-55F8-619A-DE71-B30AA3861721}"/>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5" name="Footer Placeholder 4">
            <a:extLst>
              <a:ext uri="{FF2B5EF4-FFF2-40B4-BE49-F238E27FC236}">
                <a16:creationId xmlns:a16="http://schemas.microsoft.com/office/drawing/2014/main" id="{92B81574-DFAA-24F3-4D15-8C695DC8B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84C51-2A85-543C-E0EE-2E6BA4582FEE}"/>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2097458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FD93-49D2-1624-F88C-E1EEF4A129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C785A2-2191-EFE3-BE78-E7AA4865A7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BA67D9-690F-CCE1-51E4-EA9B52FAF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71E212-275C-6B8F-5123-BF526C419894}"/>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6" name="Footer Placeholder 5">
            <a:extLst>
              <a:ext uri="{FF2B5EF4-FFF2-40B4-BE49-F238E27FC236}">
                <a16:creationId xmlns:a16="http://schemas.microsoft.com/office/drawing/2014/main" id="{C3F006D1-F816-B16D-7BC4-6873EE52A5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01F3D7-5A50-5EEF-1B4E-1C486E0FFEE3}"/>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2850100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4434-BE36-F1D8-73B1-3566BD68CE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6A73A0-6182-5AC9-E75D-F4B19C19C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AF129-ED76-C6CF-28B4-638A67078A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A927F6-CB03-874E-FB19-16B57212D8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4A0997-68B3-5354-E216-5652C3484B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460394-B009-90EB-3F32-7F3292AF7F1A}"/>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8" name="Footer Placeholder 7">
            <a:extLst>
              <a:ext uri="{FF2B5EF4-FFF2-40B4-BE49-F238E27FC236}">
                <a16:creationId xmlns:a16="http://schemas.microsoft.com/office/drawing/2014/main" id="{0F72A68E-5FEB-9372-E6E7-7612CD8B77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A892E1-FACB-9C96-D59B-254F9FE384DC}"/>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3064887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C299-4C72-6876-0C76-D08336D548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230CFA-3DAA-7204-6405-0405CD5EC667}"/>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4" name="Footer Placeholder 3">
            <a:extLst>
              <a:ext uri="{FF2B5EF4-FFF2-40B4-BE49-F238E27FC236}">
                <a16:creationId xmlns:a16="http://schemas.microsoft.com/office/drawing/2014/main" id="{6FC5168F-7165-1110-6465-55812C4D57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D25D86-5767-EA24-0D73-A9639587460C}"/>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1396970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539C04-CC7D-FF0B-1F2D-3F54C6D55E38}"/>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3" name="Footer Placeholder 2">
            <a:extLst>
              <a:ext uri="{FF2B5EF4-FFF2-40B4-BE49-F238E27FC236}">
                <a16:creationId xmlns:a16="http://schemas.microsoft.com/office/drawing/2014/main" id="{56508B8D-34A3-F0C9-5ED2-86871FE22A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0695D0-90FD-AB71-545D-18D68B3D75B6}"/>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6011825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B753C-5BED-8103-E5E3-454CF128B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9522F8-C6C5-E809-02E2-21564E5A80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8159A0-FCDF-C2BB-0576-2B570CBDAC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6B531-8D31-2972-23F0-D1BE6039A698}"/>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6" name="Footer Placeholder 5">
            <a:extLst>
              <a:ext uri="{FF2B5EF4-FFF2-40B4-BE49-F238E27FC236}">
                <a16:creationId xmlns:a16="http://schemas.microsoft.com/office/drawing/2014/main" id="{E9014D65-1229-09EC-05B7-D7A469725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8C936-44C5-9A43-CAE9-18FB45191B0D}"/>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6818775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52F4D-CA01-9E09-F528-09A55F5BFC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9EF08D-6CD7-4DA0-35A4-3DB07E77A0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05193-C8E7-0553-66C4-1F2E503CB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74334-7B44-0116-2094-DE5D6CAFC74C}"/>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6" name="Footer Placeholder 5">
            <a:extLst>
              <a:ext uri="{FF2B5EF4-FFF2-40B4-BE49-F238E27FC236}">
                <a16:creationId xmlns:a16="http://schemas.microsoft.com/office/drawing/2014/main" id="{1E5CE579-4BCD-0B08-EC8C-E886D3F818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FB4B8E-8394-6155-055C-9BAE18DB41A1}"/>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9954013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2F1C-72DF-D79C-8C60-1943924A91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AED945-5E65-8587-97B5-F3A47953BF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BEB4B-5BE8-8FEC-F317-74CEDB95BC38}"/>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5" name="Footer Placeholder 4">
            <a:extLst>
              <a:ext uri="{FF2B5EF4-FFF2-40B4-BE49-F238E27FC236}">
                <a16:creationId xmlns:a16="http://schemas.microsoft.com/office/drawing/2014/main" id="{A1D5E527-F445-AA4C-DBED-37699D93E6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07AF4-607D-A718-CF7E-5A5F84F5FB22}"/>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3647234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E3B942-EF73-0B2B-3FAA-D78D56B9CF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A505AB-5A10-D160-3E0E-31E798EF20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41DAE-0674-DB3E-3503-5490125C4128}"/>
              </a:ext>
            </a:extLst>
          </p:cNvPr>
          <p:cNvSpPr>
            <a:spLocks noGrp="1"/>
          </p:cNvSpPr>
          <p:nvPr>
            <p:ph type="dt" sz="half" idx="10"/>
          </p:nvPr>
        </p:nvSpPr>
        <p:spPr/>
        <p:txBody>
          <a:bodyPr/>
          <a:lstStyle/>
          <a:p>
            <a:fld id="{2297FE8B-A7F1-493C-B8A2-CA44F60907D5}" type="datetimeFigureOut">
              <a:rPr lang="en-US" smtClean="0"/>
              <a:t>4/24/2026</a:t>
            </a:fld>
            <a:endParaRPr lang="en-US"/>
          </a:p>
        </p:txBody>
      </p:sp>
      <p:sp>
        <p:nvSpPr>
          <p:cNvPr id="5" name="Footer Placeholder 4">
            <a:extLst>
              <a:ext uri="{FF2B5EF4-FFF2-40B4-BE49-F238E27FC236}">
                <a16:creationId xmlns:a16="http://schemas.microsoft.com/office/drawing/2014/main" id="{02932FD4-D759-5722-C916-753FB600EC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7B664-E478-6263-DC48-AD4F382FE586}"/>
              </a:ext>
            </a:extLst>
          </p:cNvPr>
          <p:cNvSpPr>
            <a:spLocks noGrp="1"/>
          </p:cNvSpPr>
          <p:nvPr>
            <p:ph type="sldNum" sz="quarter" idx="12"/>
          </p:nvPr>
        </p:nvSpPr>
        <p:spPr/>
        <p:txBody>
          <a:bodyPr/>
          <a:lstStyle/>
          <a:p>
            <a:fld id="{6C032EBF-A33B-49EF-8E84-CB5DEE3E6FEF}" type="slidenum">
              <a:rPr lang="en-US" smtClean="0"/>
              <a:t>‹#›</a:t>
            </a:fld>
            <a:endParaRPr lang="en-US"/>
          </a:p>
        </p:txBody>
      </p:sp>
    </p:spTree>
    <p:extLst>
      <p:ext uri="{BB962C8B-B14F-4D97-AF65-F5344CB8AC3E}">
        <p14:creationId xmlns:p14="http://schemas.microsoft.com/office/powerpoint/2010/main" val="19943802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5C1DC-C61D-AC13-A3F5-9A8E2B8BB2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CB8FA5-37C0-F39B-0987-9BDF5314F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1072AD-D42D-9A5B-8852-919DA626F4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97FE8B-A7F1-493C-B8A2-CA44F60907D5}" type="datetimeFigureOut">
              <a:rPr lang="en-US" smtClean="0"/>
              <a:t>4/24/2026</a:t>
            </a:fld>
            <a:endParaRPr lang="en-US"/>
          </a:p>
        </p:txBody>
      </p:sp>
      <p:sp>
        <p:nvSpPr>
          <p:cNvPr id="5" name="Footer Placeholder 4">
            <a:extLst>
              <a:ext uri="{FF2B5EF4-FFF2-40B4-BE49-F238E27FC236}">
                <a16:creationId xmlns:a16="http://schemas.microsoft.com/office/drawing/2014/main" id="{11DB8CC6-0385-20C7-BA8A-838535F8B0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339B1-063C-08C6-13EE-B4DD37D8D3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032EBF-A33B-49EF-8E84-CB5DEE3E6FEF}" type="slidenum">
              <a:rPr lang="en-US" smtClean="0"/>
              <a:t>‹#›</a:t>
            </a:fld>
            <a:endParaRPr lang="en-US"/>
          </a:p>
        </p:txBody>
      </p:sp>
    </p:spTree>
    <p:extLst>
      <p:ext uri="{BB962C8B-B14F-4D97-AF65-F5344CB8AC3E}">
        <p14:creationId xmlns:p14="http://schemas.microsoft.com/office/powerpoint/2010/main" val="3081231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47CAA77-CE59-4682-DB4B-DE7AAB8DD9AD}"/>
              </a:ext>
            </a:extLst>
          </p:cNvPr>
          <p:cNvSpPr/>
          <p:nvPr/>
        </p:nvSpPr>
        <p:spPr>
          <a:xfrm>
            <a:off x="0" y="0"/>
            <a:ext cx="12192000" cy="6858000"/>
          </a:xfrm>
          <a:prstGeom prst="rect">
            <a:avLst/>
          </a:prstGeom>
          <a:gradFill>
            <a:gsLst>
              <a:gs pos="0">
                <a:schemeClr val="tx1">
                  <a:lumMod val="60000"/>
                  <a:alpha val="92000"/>
                </a:schemeClr>
              </a:gs>
              <a:gs pos="100000">
                <a:schemeClr val="tx1">
                  <a:lumMod val="65000"/>
                  <a:lumOff val="35000"/>
                  <a:alpha val="2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Rounded Corners 17">
            <a:extLst>
              <a:ext uri="{FF2B5EF4-FFF2-40B4-BE49-F238E27FC236}">
                <a16:creationId xmlns:a16="http://schemas.microsoft.com/office/drawing/2014/main" id="{7213A2CC-3B33-C30C-3849-394AA11C41B8}"/>
              </a:ext>
            </a:extLst>
          </p:cNvPr>
          <p:cNvSpPr/>
          <p:nvPr/>
        </p:nvSpPr>
        <p:spPr>
          <a:xfrm>
            <a:off x="10652760" y="1386840"/>
            <a:ext cx="914400" cy="4236720"/>
          </a:xfrm>
          <a:prstGeom prst="roundRect">
            <a:avLst>
              <a:gd name="adj" fmla="val 48334"/>
            </a:avLst>
          </a:prstGeom>
          <a:ln>
            <a:noFill/>
          </a:ln>
          <a:effectLst>
            <a:outerShdw blurRad="2286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Rounded Corners 18">
            <a:extLst>
              <a:ext uri="{FF2B5EF4-FFF2-40B4-BE49-F238E27FC236}">
                <a16:creationId xmlns:a16="http://schemas.microsoft.com/office/drawing/2014/main" id="{C56B9B38-2751-DBA4-CC03-3A376E642A63}"/>
              </a:ext>
            </a:extLst>
          </p:cNvPr>
          <p:cNvSpPr/>
          <p:nvPr/>
        </p:nvSpPr>
        <p:spPr>
          <a:xfrm>
            <a:off x="9678416" y="1615440"/>
            <a:ext cx="914400" cy="3886200"/>
          </a:xfrm>
          <a:prstGeom prst="roundRect">
            <a:avLst>
              <a:gd name="adj" fmla="val 48334"/>
            </a:avLst>
          </a:prstGeom>
          <a:ln>
            <a:noFill/>
          </a:ln>
          <a:effectLst>
            <a:outerShdw blurRad="2286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Rounded Corners 19">
            <a:extLst>
              <a:ext uri="{FF2B5EF4-FFF2-40B4-BE49-F238E27FC236}">
                <a16:creationId xmlns:a16="http://schemas.microsoft.com/office/drawing/2014/main" id="{E5315643-F4E8-906F-DD0C-7A459708BC98}"/>
              </a:ext>
            </a:extLst>
          </p:cNvPr>
          <p:cNvSpPr/>
          <p:nvPr/>
        </p:nvSpPr>
        <p:spPr>
          <a:xfrm>
            <a:off x="8706104" y="1783080"/>
            <a:ext cx="914400" cy="3505200"/>
          </a:xfrm>
          <a:prstGeom prst="roundRect">
            <a:avLst>
              <a:gd name="adj" fmla="val 48334"/>
            </a:avLst>
          </a:prstGeom>
          <a:ln>
            <a:noFill/>
          </a:ln>
          <a:effectLst>
            <a:outerShdw blurRad="2286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Rounded Corners 20">
            <a:extLst>
              <a:ext uri="{FF2B5EF4-FFF2-40B4-BE49-F238E27FC236}">
                <a16:creationId xmlns:a16="http://schemas.microsoft.com/office/drawing/2014/main" id="{30598BCF-C722-C163-F236-FE0D137AC3E4}"/>
              </a:ext>
            </a:extLst>
          </p:cNvPr>
          <p:cNvSpPr/>
          <p:nvPr/>
        </p:nvSpPr>
        <p:spPr>
          <a:xfrm>
            <a:off x="7728204" y="1316736"/>
            <a:ext cx="914400" cy="4373880"/>
          </a:xfrm>
          <a:prstGeom prst="roundRect">
            <a:avLst>
              <a:gd name="adj" fmla="val 48334"/>
            </a:avLst>
          </a:prstGeom>
          <a:ln>
            <a:noFill/>
          </a:ln>
          <a:effectLst>
            <a:outerShdw blurRad="2286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674AC98-60B1-8BD9-AF64-64E3BC3327CB}"/>
              </a:ext>
            </a:extLst>
          </p:cNvPr>
          <p:cNvSpPr txBox="1"/>
          <p:nvPr/>
        </p:nvSpPr>
        <p:spPr>
          <a:xfrm>
            <a:off x="746760" y="2710298"/>
            <a:ext cx="3718560" cy="1323439"/>
          </a:xfrm>
          <a:prstGeom prst="rect">
            <a:avLst/>
          </a:prstGeom>
          <a:noFill/>
        </p:spPr>
        <p:txBody>
          <a:bodyPr wrap="square" rtlCol="0">
            <a:spAutoFit/>
          </a:bodyPr>
          <a:lstStyle/>
          <a:p>
            <a:r>
              <a:rPr lang="en-US" sz="8000" i="1" dirty="0">
                <a:solidFill>
                  <a:schemeClr val="bg1"/>
                </a:solidFill>
              </a:rPr>
              <a:t>S</a:t>
            </a:r>
            <a:r>
              <a:rPr lang="en-US" sz="6600" i="1" dirty="0">
                <a:solidFill>
                  <a:schemeClr val="bg1"/>
                </a:solidFill>
              </a:rPr>
              <a:t>pring</a:t>
            </a:r>
            <a:endParaRPr lang="en-US" sz="2400" dirty="0">
              <a:solidFill>
                <a:schemeClr val="bg1"/>
              </a:solidFill>
            </a:endParaRPr>
          </a:p>
        </p:txBody>
      </p:sp>
      <p:sp>
        <p:nvSpPr>
          <p:cNvPr id="23" name="TextBox 22">
            <a:extLst>
              <a:ext uri="{FF2B5EF4-FFF2-40B4-BE49-F238E27FC236}">
                <a16:creationId xmlns:a16="http://schemas.microsoft.com/office/drawing/2014/main" id="{B89DDF58-51B0-762E-E5AD-45106C9A30BD}"/>
              </a:ext>
            </a:extLst>
          </p:cNvPr>
          <p:cNvSpPr txBox="1"/>
          <p:nvPr/>
        </p:nvSpPr>
        <p:spPr>
          <a:xfrm>
            <a:off x="198118" y="4147702"/>
            <a:ext cx="7475222" cy="1107996"/>
          </a:xfrm>
          <a:prstGeom prst="rect">
            <a:avLst/>
          </a:prstGeom>
          <a:noFill/>
        </p:spPr>
        <p:txBody>
          <a:bodyPr wrap="square" rtlCol="0">
            <a:spAutoFit/>
          </a:bodyPr>
          <a:lstStyle/>
          <a:p>
            <a:r>
              <a:rPr lang="en-US" sz="2000" i="1" dirty="0">
                <a:solidFill>
                  <a:schemeClr val="bg1"/>
                </a:solidFill>
              </a:rPr>
              <a:t>The quick brown fox jumps over the lazy dog. The quick brown fox jumps over the lazy dog. The quick brown fox jumps over the lazy dog. The. The quick brown fox jumps over the lazy dog. </a:t>
            </a:r>
          </a:p>
          <a:p>
            <a:endParaRPr lang="en-US" sz="600" dirty="0">
              <a:solidFill>
                <a:schemeClr val="bg1"/>
              </a:solidFill>
            </a:endParaRPr>
          </a:p>
        </p:txBody>
      </p:sp>
    </p:spTree>
    <p:extLst>
      <p:ext uri="{BB962C8B-B14F-4D97-AF65-F5344CB8AC3E}">
        <p14:creationId xmlns:p14="http://schemas.microsoft.com/office/powerpoint/2010/main" val="12415327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1000" b="-61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E139AA-E4C0-869F-7EA7-CC06CE4E282F}"/>
              </a:ext>
            </a:extLst>
          </p:cNvPr>
          <p:cNvSpPr/>
          <p:nvPr/>
        </p:nvSpPr>
        <p:spPr>
          <a:xfrm>
            <a:off x="0" y="-106680"/>
            <a:ext cx="12192000" cy="6858000"/>
          </a:xfrm>
          <a:prstGeom prst="rect">
            <a:avLst/>
          </a:prstGeom>
          <a:gradFill>
            <a:gsLst>
              <a:gs pos="0">
                <a:schemeClr val="tx1">
                  <a:lumMod val="86000"/>
                  <a:lumOff val="14000"/>
                </a:schemeClr>
              </a:gs>
              <a:gs pos="100000">
                <a:schemeClr val="tx1">
                  <a:lumMod val="65000"/>
                  <a:lumOff val="35000"/>
                  <a:alpha val="26000"/>
                </a:schemeClr>
              </a:gs>
            </a:gsLst>
            <a:lin ang="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Rounded Corners 4">
            <a:extLst>
              <a:ext uri="{FF2B5EF4-FFF2-40B4-BE49-F238E27FC236}">
                <a16:creationId xmlns:a16="http://schemas.microsoft.com/office/drawing/2014/main" id="{4C1EC5A7-A8D6-F6DD-C7A5-56AD6ED8CD33}"/>
              </a:ext>
            </a:extLst>
          </p:cNvPr>
          <p:cNvSpPr/>
          <p:nvPr/>
        </p:nvSpPr>
        <p:spPr>
          <a:xfrm>
            <a:off x="10494264" y="2240280"/>
            <a:ext cx="868680" cy="318516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Rectangle: Rounded Corners 5">
            <a:extLst>
              <a:ext uri="{FF2B5EF4-FFF2-40B4-BE49-F238E27FC236}">
                <a16:creationId xmlns:a16="http://schemas.microsoft.com/office/drawing/2014/main" id="{927DF49B-A260-2111-0082-86D706D825D5}"/>
              </a:ext>
            </a:extLst>
          </p:cNvPr>
          <p:cNvSpPr/>
          <p:nvPr/>
        </p:nvSpPr>
        <p:spPr>
          <a:xfrm>
            <a:off x="9573260" y="1592580"/>
            <a:ext cx="868680" cy="438150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Rounded Corners 6">
            <a:extLst>
              <a:ext uri="{FF2B5EF4-FFF2-40B4-BE49-F238E27FC236}">
                <a16:creationId xmlns:a16="http://schemas.microsoft.com/office/drawing/2014/main" id="{B5284A4B-FDF3-5284-47E5-1CDBB39123C1}"/>
              </a:ext>
            </a:extLst>
          </p:cNvPr>
          <p:cNvSpPr/>
          <p:nvPr/>
        </p:nvSpPr>
        <p:spPr>
          <a:xfrm>
            <a:off x="7731252" y="1821180"/>
            <a:ext cx="868680" cy="393954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Rounded Corners 7">
            <a:extLst>
              <a:ext uri="{FF2B5EF4-FFF2-40B4-BE49-F238E27FC236}">
                <a16:creationId xmlns:a16="http://schemas.microsoft.com/office/drawing/2014/main" id="{ABEE6FD6-3FF8-85FC-98FE-CE4A6CDCC9C1}"/>
              </a:ext>
            </a:extLst>
          </p:cNvPr>
          <p:cNvSpPr/>
          <p:nvPr/>
        </p:nvSpPr>
        <p:spPr>
          <a:xfrm>
            <a:off x="8653272" y="2026920"/>
            <a:ext cx="868680" cy="345948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56BE78B-D189-A4AB-4F33-A1B4476424A1}"/>
              </a:ext>
            </a:extLst>
          </p:cNvPr>
          <p:cNvSpPr txBox="1"/>
          <p:nvPr/>
        </p:nvSpPr>
        <p:spPr>
          <a:xfrm>
            <a:off x="594359" y="2701152"/>
            <a:ext cx="3718560" cy="1446550"/>
          </a:xfrm>
          <a:prstGeom prst="rect">
            <a:avLst/>
          </a:prstGeom>
          <a:noFill/>
        </p:spPr>
        <p:txBody>
          <a:bodyPr wrap="square" rtlCol="0">
            <a:spAutoFit/>
          </a:bodyPr>
          <a:lstStyle/>
          <a:p>
            <a:r>
              <a:rPr lang="en-US" sz="8800" i="1" dirty="0">
                <a:solidFill>
                  <a:schemeClr val="bg1"/>
                </a:solidFill>
              </a:rPr>
              <a:t>S</a:t>
            </a:r>
            <a:r>
              <a:rPr lang="en-US" sz="6600" i="1" dirty="0">
                <a:solidFill>
                  <a:schemeClr val="bg1"/>
                </a:solidFill>
              </a:rPr>
              <a:t>ummer</a:t>
            </a:r>
            <a:endParaRPr lang="en-US" dirty="0">
              <a:solidFill>
                <a:schemeClr val="bg1"/>
              </a:solidFill>
            </a:endParaRPr>
          </a:p>
        </p:txBody>
      </p:sp>
      <p:sp>
        <p:nvSpPr>
          <p:cNvPr id="10" name="TextBox 9">
            <a:extLst>
              <a:ext uri="{FF2B5EF4-FFF2-40B4-BE49-F238E27FC236}">
                <a16:creationId xmlns:a16="http://schemas.microsoft.com/office/drawing/2014/main" id="{FF5ACE5B-68BC-3252-0C7D-9AA1C07CEE77}"/>
              </a:ext>
            </a:extLst>
          </p:cNvPr>
          <p:cNvSpPr txBox="1"/>
          <p:nvPr/>
        </p:nvSpPr>
        <p:spPr>
          <a:xfrm>
            <a:off x="198118" y="4147702"/>
            <a:ext cx="6598921" cy="1415772"/>
          </a:xfrm>
          <a:prstGeom prst="rect">
            <a:avLst/>
          </a:prstGeom>
          <a:noFill/>
        </p:spPr>
        <p:txBody>
          <a:bodyPr wrap="square" rtlCol="0">
            <a:spAutoFit/>
          </a:bodyPr>
          <a:lstStyle/>
          <a:p>
            <a:r>
              <a:rPr lang="en-US" sz="2000" i="1" dirty="0">
                <a:solidFill>
                  <a:schemeClr val="bg1"/>
                </a:solidFill>
              </a:rPr>
              <a:t>The quick brown fox jumps over the lazy dog. The quick brown fox jumps over the lazy dog. The quick brown fox jumps over the lazy dog. The quick brown fox jumps over the lazy dog. The quick brown fox jumps over the lazy dog. </a:t>
            </a:r>
          </a:p>
          <a:p>
            <a:endParaRPr lang="en-US" sz="600" dirty="0">
              <a:solidFill>
                <a:schemeClr val="bg1"/>
              </a:solidFill>
            </a:endParaRPr>
          </a:p>
        </p:txBody>
      </p:sp>
    </p:spTree>
    <p:extLst>
      <p:ext uri="{BB962C8B-B14F-4D97-AF65-F5344CB8AC3E}">
        <p14:creationId xmlns:p14="http://schemas.microsoft.com/office/powerpoint/2010/main" val="32731591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10E3DD-5B95-055B-F800-CD6EFB9A7B92}"/>
              </a:ext>
            </a:extLst>
          </p:cNvPr>
          <p:cNvSpPr/>
          <p:nvPr/>
        </p:nvSpPr>
        <p:spPr>
          <a:xfrm>
            <a:off x="0" y="0"/>
            <a:ext cx="12192000" cy="6858000"/>
          </a:xfrm>
          <a:prstGeom prst="rect">
            <a:avLst/>
          </a:prstGeom>
          <a:gradFill>
            <a:gsLst>
              <a:gs pos="0">
                <a:schemeClr val="tx1">
                  <a:lumMod val="92000"/>
                  <a:alpha val="88000"/>
                </a:schemeClr>
              </a:gs>
              <a:gs pos="100000">
                <a:schemeClr val="tx1">
                  <a:lumMod val="65000"/>
                  <a:lumOff val="35000"/>
                  <a:alpha val="10000"/>
                </a:schemeClr>
              </a:gs>
            </a:gsLst>
            <a:lin ang="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Rounded Corners 4">
            <a:extLst>
              <a:ext uri="{FF2B5EF4-FFF2-40B4-BE49-F238E27FC236}">
                <a16:creationId xmlns:a16="http://schemas.microsoft.com/office/drawing/2014/main" id="{5C4CC4D3-C048-83E5-2AF5-CF4F60A1EB37}"/>
              </a:ext>
            </a:extLst>
          </p:cNvPr>
          <p:cNvSpPr/>
          <p:nvPr/>
        </p:nvSpPr>
        <p:spPr>
          <a:xfrm>
            <a:off x="10509504" y="2246376"/>
            <a:ext cx="868680" cy="318516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Rectangle: Rounded Corners 5">
            <a:extLst>
              <a:ext uri="{FF2B5EF4-FFF2-40B4-BE49-F238E27FC236}">
                <a16:creationId xmlns:a16="http://schemas.microsoft.com/office/drawing/2014/main" id="{630FA6E4-4F38-B17E-9EA2-0F5464F8685F}"/>
              </a:ext>
            </a:extLst>
          </p:cNvPr>
          <p:cNvSpPr/>
          <p:nvPr/>
        </p:nvSpPr>
        <p:spPr>
          <a:xfrm>
            <a:off x="9583420" y="1775460"/>
            <a:ext cx="868680" cy="416814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Rounded Corners 6">
            <a:extLst>
              <a:ext uri="{FF2B5EF4-FFF2-40B4-BE49-F238E27FC236}">
                <a16:creationId xmlns:a16="http://schemas.microsoft.com/office/drawing/2014/main" id="{FFCB391C-D630-6305-2A07-DFDD9EE7EAC6}"/>
              </a:ext>
            </a:extLst>
          </p:cNvPr>
          <p:cNvSpPr/>
          <p:nvPr/>
        </p:nvSpPr>
        <p:spPr>
          <a:xfrm>
            <a:off x="7726172" y="2110740"/>
            <a:ext cx="868680" cy="360426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Rounded Corners 7">
            <a:extLst>
              <a:ext uri="{FF2B5EF4-FFF2-40B4-BE49-F238E27FC236}">
                <a16:creationId xmlns:a16="http://schemas.microsoft.com/office/drawing/2014/main" id="{3210B0C3-38FC-46FD-772F-59EE1F134A83}"/>
              </a:ext>
            </a:extLst>
          </p:cNvPr>
          <p:cNvSpPr/>
          <p:nvPr/>
        </p:nvSpPr>
        <p:spPr>
          <a:xfrm>
            <a:off x="8658352" y="1584960"/>
            <a:ext cx="868680" cy="451104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96B33C4-2D88-3B62-34F5-36299A2F595A}"/>
              </a:ext>
            </a:extLst>
          </p:cNvPr>
          <p:cNvSpPr txBox="1"/>
          <p:nvPr/>
        </p:nvSpPr>
        <p:spPr>
          <a:xfrm>
            <a:off x="701039" y="3039706"/>
            <a:ext cx="3718560" cy="1107996"/>
          </a:xfrm>
          <a:prstGeom prst="rect">
            <a:avLst/>
          </a:prstGeom>
          <a:noFill/>
        </p:spPr>
        <p:txBody>
          <a:bodyPr wrap="square" rtlCol="0">
            <a:spAutoFit/>
          </a:bodyPr>
          <a:lstStyle/>
          <a:p>
            <a:r>
              <a:rPr lang="en-US" sz="6600" i="1" dirty="0" err="1">
                <a:solidFill>
                  <a:schemeClr val="bg1"/>
                </a:solidFill>
              </a:rPr>
              <a:t>Atumn</a:t>
            </a:r>
            <a:endParaRPr lang="en-US" dirty="0">
              <a:solidFill>
                <a:schemeClr val="bg1"/>
              </a:solidFill>
            </a:endParaRPr>
          </a:p>
        </p:txBody>
      </p:sp>
      <p:sp>
        <p:nvSpPr>
          <p:cNvPr id="10" name="TextBox 9">
            <a:extLst>
              <a:ext uri="{FF2B5EF4-FFF2-40B4-BE49-F238E27FC236}">
                <a16:creationId xmlns:a16="http://schemas.microsoft.com/office/drawing/2014/main" id="{A53C6EC6-2CD6-4F8D-CC87-B77D1CBC0E61}"/>
              </a:ext>
            </a:extLst>
          </p:cNvPr>
          <p:cNvSpPr txBox="1"/>
          <p:nvPr/>
        </p:nvSpPr>
        <p:spPr>
          <a:xfrm>
            <a:off x="198118" y="4147702"/>
            <a:ext cx="6598921" cy="1415772"/>
          </a:xfrm>
          <a:prstGeom prst="rect">
            <a:avLst/>
          </a:prstGeom>
          <a:noFill/>
        </p:spPr>
        <p:txBody>
          <a:bodyPr wrap="square" rtlCol="0">
            <a:spAutoFit/>
          </a:bodyPr>
          <a:lstStyle/>
          <a:p>
            <a:r>
              <a:rPr lang="en-US" sz="2000" i="1" dirty="0">
                <a:solidFill>
                  <a:schemeClr val="bg1"/>
                </a:solidFill>
              </a:rPr>
              <a:t>The quick brown fox jumps over the lazy dog. The quick brown fox jumps over the lazy dog. The quick brown fox jumps over the lazy dog. The quick brown fox jumps over the lazy dog. The quick brown fox jumps over the lazy dog. </a:t>
            </a:r>
          </a:p>
          <a:p>
            <a:endParaRPr lang="en-US" sz="600" dirty="0">
              <a:solidFill>
                <a:schemeClr val="bg1"/>
              </a:solidFill>
            </a:endParaRPr>
          </a:p>
        </p:txBody>
      </p:sp>
    </p:spTree>
    <p:extLst>
      <p:ext uri="{BB962C8B-B14F-4D97-AF65-F5344CB8AC3E}">
        <p14:creationId xmlns:p14="http://schemas.microsoft.com/office/powerpoint/2010/main" val="23431369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34D21C-110C-0F49-1FA9-F40CEBD53CCA}"/>
              </a:ext>
            </a:extLst>
          </p:cNvPr>
          <p:cNvSpPr/>
          <p:nvPr/>
        </p:nvSpPr>
        <p:spPr>
          <a:xfrm>
            <a:off x="0" y="0"/>
            <a:ext cx="12192000" cy="6858000"/>
          </a:xfrm>
          <a:prstGeom prst="rect">
            <a:avLst/>
          </a:prstGeom>
          <a:gradFill>
            <a:gsLst>
              <a:gs pos="5000">
                <a:schemeClr val="tx1">
                  <a:lumMod val="0"/>
                  <a:alpha val="80000"/>
                </a:schemeClr>
              </a:gs>
              <a:gs pos="100000">
                <a:schemeClr val="tx1">
                  <a:lumMod val="65000"/>
                  <a:lumOff val="35000"/>
                  <a:alpha val="8000"/>
                </a:schemeClr>
              </a:gs>
            </a:gsLst>
            <a:lin ang="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Rounded Corners 4">
            <a:extLst>
              <a:ext uri="{FF2B5EF4-FFF2-40B4-BE49-F238E27FC236}">
                <a16:creationId xmlns:a16="http://schemas.microsoft.com/office/drawing/2014/main" id="{AC3747EA-7DCE-157A-9F7D-753D9AE4DC4B}"/>
              </a:ext>
            </a:extLst>
          </p:cNvPr>
          <p:cNvSpPr/>
          <p:nvPr/>
        </p:nvSpPr>
        <p:spPr>
          <a:xfrm>
            <a:off x="10494264" y="2240280"/>
            <a:ext cx="868680" cy="318516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Rectangle: Rounded Corners 5">
            <a:extLst>
              <a:ext uri="{FF2B5EF4-FFF2-40B4-BE49-F238E27FC236}">
                <a16:creationId xmlns:a16="http://schemas.microsoft.com/office/drawing/2014/main" id="{BA632459-52E3-76ED-9335-A8C8926F703D}"/>
              </a:ext>
            </a:extLst>
          </p:cNvPr>
          <p:cNvSpPr/>
          <p:nvPr/>
        </p:nvSpPr>
        <p:spPr>
          <a:xfrm>
            <a:off x="9573260" y="1882140"/>
            <a:ext cx="868680" cy="397002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Rounded Corners 6">
            <a:extLst>
              <a:ext uri="{FF2B5EF4-FFF2-40B4-BE49-F238E27FC236}">
                <a16:creationId xmlns:a16="http://schemas.microsoft.com/office/drawing/2014/main" id="{D847B9C9-D88B-B42C-DBBA-CCC9485544A3}"/>
              </a:ext>
            </a:extLst>
          </p:cNvPr>
          <p:cNvSpPr/>
          <p:nvPr/>
        </p:nvSpPr>
        <p:spPr>
          <a:xfrm>
            <a:off x="7718044" y="2339340"/>
            <a:ext cx="868680" cy="285750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ectangle: Rounded Corners 7">
            <a:extLst>
              <a:ext uri="{FF2B5EF4-FFF2-40B4-BE49-F238E27FC236}">
                <a16:creationId xmlns:a16="http://schemas.microsoft.com/office/drawing/2014/main" id="{E430026F-A21D-0614-EE38-7D7E7B789552}"/>
              </a:ext>
            </a:extLst>
          </p:cNvPr>
          <p:cNvSpPr/>
          <p:nvPr/>
        </p:nvSpPr>
        <p:spPr>
          <a:xfrm>
            <a:off x="8648192" y="1661160"/>
            <a:ext cx="868680" cy="4381500"/>
          </a:xfrm>
          <a:prstGeom prst="roundRect">
            <a:avLst>
              <a:gd name="adj" fmla="val 50000"/>
            </a:avLst>
          </a:prstGeom>
          <a:ln>
            <a:noFill/>
          </a:ln>
          <a:effectLst>
            <a:outerShdw blurRad="279400" sx="102000" sy="102000" algn="c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072ED96-9912-E808-CECE-1AFFE54AD55A}"/>
              </a:ext>
            </a:extLst>
          </p:cNvPr>
          <p:cNvSpPr txBox="1"/>
          <p:nvPr/>
        </p:nvSpPr>
        <p:spPr>
          <a:xfrm>
            <a:off x="701039" y="3039706"/>
            <a:ext cx="3718560" cy="1107996"/>
          </a:xfrm>
          <a:prstGeom prst="rect">
            <a:avLst/>
          </a:prstGeom>
          <a:noFill/>
        </p:spPr>
        <p:txBody>
          <a:bodyPr wrap="square" rtlCol="0">
            <a:spAutoFit/>
          </a:bodyPr>
          <a:lstStyle/>
          <a:p>
            <a:r>
              <a:rPr lang="en-US" sz="6600" i="1" dirty="0">
                <a:solidFill>
                  <a:schemeClr val="bg1"/>
                </a:solidFill>
              </a:rPr>
              <a:t>Winter</a:t>
            </a:r>
            <a:endParaRPr lang="en-US" dirty="0">
              <a:solidFill>
                <a:schemeClr val="bg1"/>
              </a:solidFill>
            </a:endParaRPr>
          </a:p>
        </p:txBody>
      </p:sp>
      <p:sp>
        <p:nvSpPr>
          <p:cNvPr id="10" name="TextBox 9">
            <a:extLst>
              <a:ext uri="{FF2B5EF4-FFF2-40B4-BE49-F238E27FC236}">
                <a16:creationId xmlns:a16="http://schemas.microsoft.com/office/drawing/2014/main" id="{6B3557F7-6E38-1554-19DD-4F03A6BD7AD6}"/>
              </a:ext>
            </a:extLst>
          </p:cNvPr>
          <p:cNvSpPr txBox="1"/>
          <p:nvPr/>
        </p:nvSpPr>
        <p:spPr>
          <a:xfrm>
            <a:off x="198118" y="4147702"/>
            <a:ext cx="6598921" cy="1415772"/>
          </a:xfrm>
          <a:prstGeom prst="rect">
            <a:avLst/>
          </a:prstGeom>
          <a:noFill/>
        </p:spPr>
        <p:txBody>
          <a:bodyPr wrap="square" rtlCol="0">
            <a:spAutoFit/>
          </a:bodyPr>
          <a:lstStyle/>
          <a:p>
            <a:r>
              <a:rPr lang="en-US" sz="2000" i="1" dirty="0">
                <a:solidFill>
                  <a:schemeClr val="bg1"/>
                </a:solidFill>
              </a:rPr>
              <a:t>The quick brown fox jumps over the lazy dog. The quick brown fox jumps over the lazy dog. The quick brown fox jumps over the lazy dog. The quick brown fox jumps over the lazy dog. The quick brown fox jumps over the lazy dog. </a:t>
            </a:r>
          </a:p>
          <a:p>
            <a:endParaRPr lang="en-US" sz="600" dirty="0">
              <a:solidFill>
                <a:schemeClr val="bg1"/>
              </a:solidFill>
            </a:endParaRPr>
          </a:p>
        </p:txBody>
      </p:sp>
    </p:spTree>
    <p:extLst>
      <p:ext uri="{BB962C8B-B14F-4D97-AF65-F5344CB8AC3E}">
        <p14:creationId xmlns:p14="http://schemas.microsoft.com/office/powerpoint/2010/main" val="7972851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196</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Reza Rezaiee</dc:creator>
  <cp:lastModifiedBy>Ali Reza Rezaiee</cp:lastModifiedBy>
  <cp:revision>3</cp:revision>
  <dcterms:created xsi:type="dcterms:W3CDTF">2026-02-19T16:19:41Z</dcterms:created>
  <dcterms:modified xsi:type="dcterms:W3CDTF">2026-04-24T17:53:10Z</dcterms:modified>
</cp:coreProperties>
</file>